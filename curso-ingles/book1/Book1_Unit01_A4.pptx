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 1 · Unit 1 (página de abertura). Receba o aluno com 'Hello! Welcome!'. Tempo total da unidade: cerca de 135 minutos (2 aulas). Foto de capa: coloque imgs/cover.jpg para substituir a ilustração.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Warm-up. Gabarito A: 1 b · 2 d · 3 a · 4 c. Dialogue: toque o áudio 1.1 duas vezes (1ª só ouvir, 2ª repetir). Depois o aluno lê como Ana e você como Tom; troquem os papéis.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 A: 1 F · 2 T · 3 T · 4 F. B: 1 A teacher. · 2 São Paulo (Brazil). · 3 No, he isn't (he's Canadian). Perfis: o aluno 'é' um dos personagens e lê na 1ª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 da leitura: Tom · Yuki · Ana. Vocabulário: drill coral (repetir) e depois cobrir a coluna em português. 'Good evening' ao chegar; 'Good night' só ao se despedir. Nacionalidades levam letra maiúscula.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 Jobs A: 1 doctor · 2 teacher · 3 engineer · 4 student. A pronúncia ao lado do alfabeto é aproximada; use o áudio 1.6. O aluno soletra nome, sobrenome e e-mail ('at' = @, 'dot' = 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 com o português: o sujeito é obrigatório (I, you). 'I amn't' não existe: use 'I'm not'. Com 'you': aren't ou 're not. Drill: 'Are you a teacher?' — o aluno responde só 'Yes, I am.' / 'No, I'm not.'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 A: 1 am · 2 are · 3 Are · 4 am · 5 'm not · 6 aren't.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 B: My name is Ana. / Are you Brazilian? / I'm from Canada. / Nice to meet you. C: Are you a student? / I'm not a doctor. / Are you from Japan? / You aren't (You're not) Tom. D: 1 Carlos, Brazil · 2 Emma, England · 3 Yuki, Japan. Circle: Good evening · Hi · See you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 E: 1 b · 2 b · 3 a · 4 c · 5 b. Role-play: duas rodadas (frases à vista; depois sem olhar). Se o aluno estiver sozinho, o professor faz o outro papel.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 aluno que marque ✓ / ~ / ✗ e revise a seção dos itens com ~ ou ✗. Tarefa: gravar um áudio de 30 segundos se apresentando.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para o professor gravar ou ler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241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ENGLISH SKYROCKET  ·  BOOK 1  ·  A1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ENGLISH SKYROCKET  ·  BOOK 1  ·  LEVEL A1</a:t>
            </a:r>
            <a:endParaRPr lang="en-US" sz="1100" dirty="0"/>
          </a:p>
        </p:txBody>
      </p:sp>
      <p:sp>
        <p:nvSpPr>
          <p:cNvPr id="3" name="Unit number tile"/>
          <p:cNvSpPr/>
          <p:nvPr/>
        </p:nvSpPr>
        <p:spPr>
          <a:xfrm>
            <a:off x="548640" y="9144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188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Hello! Nice to meet you</a:t>
            </a:r>
            <a:endParaRPr lang="en-US" sz="3800" dirty="0"/>
          </a:p>
        </p:txBody>
      </p:sp>
      <p:sp>
        <p:nvSpPr>
          <p:cNvPr id="7" name="Photo area"/>
          <p:cNvSpPr/>
          <p:nvPr/>
        </p:nvSpPr>
        <p:spPr>
          <a:xfrm>
            <a:off x="548640" y="2606040"/>
            <a:ext cx="6464808" cy="3291840"/>
          </a:xfrm>
          <a:prstGeom prst="roundRect">
            <a:avLst>
              <a:gd name="adj" fmla="val 2778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8" name="Image 0" descr="T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926080"/>
            <a:ext cx="1554480" cy="1554480"/>
          </a:xfrm>
          <a:prstGeom prst="rect">
            <a:avLst/>
          </a:prstGeom>
        </p:spPr>
      </p:pic>
      <p:sp>
        <p:nvSpPr>
          <p:cNvPr id="9" name="Pill"/>
          <p:cNvSpPr/>
          <p:nvPr/>
        </p:nvSpPr>
        <p:spPr>
          <a:xfrm>
            <a:off x="2743200" y="306324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3063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</a:t>
            </a:r>
            <a:endParaRPr lang="en-US" sz="1800" dirty="0"/>
          </a:p>
        </p:txBody>
      </p:sp>
      <p:pic>
        <p:nvPicPr>
          <p:cNvPr id="11" name="Image 1" descr="A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566160"/>
            <a:ext cx="1554480" cy="1554480"/>
          </a:xfrm>
          <a:prstGeom prst="rect">
            <a:avLst/>
          </a:prstGeom>
        </p:spPr>
      </p:pic>
      <p:sp>
        <p:nvSpPr>
          <p:cNvPr id="12" name="Pill"/>
          <p:cNvSpPr/>
          <p:nvPr/>
        </p:nvSpPr>
        <p:spPr>
          <a:xfrm>
            <a:off x="3291840" y="397764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291840" y="3977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Tom!</a:t>
            </a:r>
            <a:endParaRPr lang="en-US" sz="1800" dirty="0"/>
          </a:p>
        </p:txBody>
      </p:sp>
      <p:pic>
        <p:nvPicPr>
          <p:cNvPr id="14" name="Image 2" descr="Yuk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4389120"/>
            <a:ext cx="1280160" cy="1280160"/>
          </a:xfrm>
          <a:prstGeom prst="rect">
            <a:avLst/>
          </a:prstGeom>
        </p:spPr>
      </p:pic>
      <p:sp>
        <p:nvSpPr>
          <p:cNvPr id="15" name="Pill"/>
          <p:cNvSpPr/>
          <p:nvPr/>
        </p:nvSpPr>
        <p:spPr>
          <a:xfrm>
            <a:off x="3200400" y="4754880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200400" y="4754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Yuki.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1722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unit, I can…</a:t>
            </a:r>
            <a:endParaRPr lang="en-US" sz="2000" dirty="0"/>
          </a:p>
        </p:txBody>
      </p:sp>
      <p:sp>
        <p:nvSpPr>
          <p:cNvPr id="18" name="Box"/>
          <p:cNvSpPr/>
          <p:nvPr/>
        </p:nvSpPr>
        <p:spPr>
          <a:xfrm>
            <a:off x="548640" y="6629400"/>
            <a:ext cx="3172968" cy="1078992"/>
          </a:xfrm>
          <a:prstGeom prst="roundRect">
            <a:avLst>
              <a:gd name="adj" fmla="val 8475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685800" y="690372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Greet peop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70317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6739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Greet people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1371600" y="7086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</a:t>
            </a:r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</a:t>
            </a:r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</a:t>
            </a:r>
            <a:endParaRPr lang="en-US" sz="1100" dirty="0"/>
          </a:p>
        </p:txBody>
      </p:sp>
      <p:sp>
        <p:nvSpPr>
          <p:cNvPr id="23" name="Box"/>
          <p:cNvSpPr/>
          <p:nvPr/>
        </p:nvSpPr>
        <p:spPr>
          <a:xfrm>
            <a:off x="3840480" y="6629400"/>
            <a:ext cx="3172968" cy="1078992"/>
          </a:xfrm>
          <a:prstGeom prst="roundRect">
            <a:avLst>
              <a:gd name="adj" fmla="val 8475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3977640" y="690372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4" descr="Introduce mysel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5656" y="70317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63440" y="6739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Introduce myself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63440" y="7086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meu nome e perguntar o nome de alguém</a:t>
            </a:r>
            <a:endParaRPr lang="en-US" sz="1100" dirty="0"/>
          </a:p>
        </p:txBody>
      </p:sp>
      <p:sp>
        <p:nvSpPr>
          <p:cNvPr id="28" name="Box"/>
          <p:cNvSpPr/>
          <p:nvPr/>
        </p:nvSpPr>
        <p:spPr>
          <a:xfrm>
            <a:off x="548640" y="7818120"/>
            <a:ext cx="3172968" cy="1078992"/>
          </a:xfrm>
          <a:prstGeom prst="roundRect">
            <a:avLst>
              <a:gd name="adj" fmla="val 8475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685800" y="809244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5" descr="Say where I'm fro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8220456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371600" y="7927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Say where I'm from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1371600" y="8275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meu país, nacionalidade e profissão</a:t>
            </a:r>
            <a:endParaRPr lang="en-US" sz="1100" dirty="0"/>
          </a:p>
        </p:txBody>
      </p:sp>
      <p:sp>
        <p:nvSpPr>
          <p:cNvPr id="33" name="Box"/>
          <p:cNvSpPr/>
          <p:nvPr/>
        </p:nvSpPr>
        <p:spPr>
          <a:xfrm>
            <a:off x="3840480" y="7818120"/>
            <a:ext cx="3172968" cy="1078992"/>
          </a:xfrm>
          <a:prstGeom prst="roundRect">
            <a:avLst>
              <a:gd name="adj" fmla="val 8475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3977640" y="809244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6" descr="Spell word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5656" y="8220456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663440" y="7927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Spell words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4663440" y="8275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o alfabeto e soletrar meu nome</a:t>
            </a:r>
            <a:endParaRPr lang="en-US" sz="1100" dirty="0"/>
          </a:p>
        </p:txBody>
      </p:sp>
      <p:sp>
        <p:nvSpPr>
          <p:cNvPr id="38" name="Pill"/>
          <p:cNvSpPr/>
          <p:nvPr/>
        </p:nvSpPr>
        <p:spPr>
          <a:xfrm>
            <a:off x="548640" y="91440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548640" y="9144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1828800" y="9144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 · countries · jobs · alphabet</a:t>
            </a:r>
            <a:endParaRPr lang="en-US" sz="1200" dirty="0"/>
          </a:p>
        </p:txBody>
      </p:sp>
      <p:sp>
        <p:nvSpPr>
          <p:cNvPr id="41" name="Pill"/>
          <p:cNvSpPr/>
          <p:nvPr/>
        </p:nvSpPr>
        <p:spPr>
          <a:xfrm>
            <a:off x="548640" y="949147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548640" y="94914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1828800" y="94914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to be (I / you)</a:t>
            </a:r>
            <a:endParaRPr lang="en-US" sz="1200" dirty="0"/>
          </a:p>
        </p:txBody>
      </p:sp>
      <p:sp>
        <p:nvSpPr>
          <p:cNvPr id="44" name="Pill"/>
          <p:cNvSpPr/>
          <p:nvPr/>
        </p:nvSpPr>
        <p:spPr>
          <a:xfrm>
            <a:off x="548640" y="9838944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548640" y="98389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1828800" y="98389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· reading · listening · speaking · writing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548640" y="411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96112" y="4114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411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7406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Say hello!</a:t>
            </a:r>
            <a:endParaRPr lang="en-US" sz="2600" dirty="0"/>
          </a:p>
        </p:txBody>
      </p:sp>
      <p:sp>
        <p:nvSpPr>
          <p:cNvPr id="7" name="Exercise letter"/>
          <p:cNvSpPr/>
          <p:nvPr/>
        </p:nvSpPr>
        <p:spPr>
          <a:xfrm>
            <a:off x="548640" y="13716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353312"/>
            <a:ext cx="6007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greetings (1–4) with the pictures (a–d).</a:t>
            </a:r>
            <a:endParaRPr lang="en-US" sz="1500" dirty="0"/>
          </a:p>
        </p:txBody>
      </p:sp>
      <p:sp>
        <p:nvSpPr>
          <p:cNvPr id="10" name="Box"/>
          <p:cNvSpPr/>
          <p:nvPr/>
        </p:nvSpPr>
        <p:spPr>
          <a:xfrm>
            <a:off x="548640" y="18288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1" name="Image 0" descr="Time of day 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084832"/>
            <a:ext cx="548640" cy="548640"/>
          </a:xfrm>
          <a:prstGeom prst="rect">
            <a:avLst/>
          </a:prstGeom>
        </p:spPr>
      </p:pic>
      <p:sp>
        <p:nvSpPr>
          <p:cNvPr id="12" name="Pill"/>
          <p:cNvSpPr/>
          <p:nvPr/>
        </p:nvSpPr>
        <p:spPr>
          <a:xfrm>
            <a:off x="621792" y="1901952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19019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788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p.m.</a:t>
            </a:r>
            <a:endParaRPr lang="en-US" sz="1300" dirty="0"/>
          </a:p>
        </p:txBody>
      </p:sp>
      <p:sp>
        <p:nvSpPr>
          <p:cNvPr id="15" name="Box"/>
          <p:cNvSpPr/>
          <p:nvPr/>
        </p:nvSpPr>
        <p:spPr>
          <a:xfrm>
            <a:off x="2194560" y="18288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6" name="Image 1" descr="Time of day 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2084832"/>
            <a:ext cx="548640" cy="548640"/>
          </a:xfrm>
          <a:prstGeom prst="rect">
            <a:avLst/>
          </a:prstGeom>
        </p:spPr>
      </p:pic>
      <p:sp>
        <p:nvSpPr>
          <p:cNvPr id="17" name="Pill"/>
          <p:cNvSpPr/>
          <p:nvPr/>
        </p:nvSpPr>
        <p:spPr>
          <a:xfrm>
            <a:off x="2267712" y="1901952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267712" y="19019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2194560" y="2788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a.m.</a:t>
            </a:r>
            <a:endParaRPr lang="en-US" sz="1300" dirty="0"/>
          </a:p>
        </p:txBody>
      </p:sp>
      <p:sp>
        <p:nvSpPr>
          <p:cNvPr id="20" name="Box"/>
          <p:cNvSpPr/>
          <p:nvPr/>
        </p:nvSpPr>
        <p:spPr>
          <a:xfrm>
            <a:off x="3840480" y="18288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21" name="Image 2" descr="Time of day 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084832"/>
            <a:ext cx="548640" cy="548640"/>
          </a:xfrm>
          <a:prstGeom prst="rect">
            <a:avLst/>
          </a:prstGeom>
        </p:spPr>
      </p:pic>
      <p:sp>
        <p:nvSpPr>
          <p:cNvPr id="22" name="Pill"/>
          <p:cNvSpPr/>
          <p:nvPr/>
        </p:nvSpPr>
        <p:spPr>
          <a:xfrm>
            <a:off x="3913632" y="1901952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913632" y="19019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3840480" y="2788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p.m.</a:t>
            </a:r>
            <a:endParaRPr lang="en-US" sz="1300" dirty="0"/>
          </a:p>
        </p:txBody>
      </p:sp>
      <p:sp>
        <p:nvSpPr>
          <p:cNvPr id="25" name="Box"/>
          <p:cNvSpPr/>
          <p:nvPr/>
        </p:nvSpPr>
        <p:spPr>
          <a:xfrm>
            <a:off x="5486400" y="182880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26" name="Image 3" descr="Time of day 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084832"/>
            <a:ext cx="548640" cy="548640"/>
          </a:xfrm>
          <a:prstGeom prst="rect">
            <a:avLst/>
          </a:prstGeom>
        </p:spPr>
      </p:pic>
      <p:sp>
        <p:nvSpPr>
          <p:cNvPr id="27" name="Pill"/>
          <p:cNvSpPr/>
          <p:nvPr/>
        </p:nvSpPr>
        <p:spPr>
          <a:xfrm>
            <a:off x="5559552" y="1901952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559552" y="19019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0" y="2788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p.m.</a:t>
            </a:r>
            <a:endParaRPr lang="en-US" sz="1300" dirty="0"/>
          </a:p>
        </p:txBody>
      </p:sp>
      <p:sp>
        <p:nvSpPr>
          <p:cNvPr id="30" name="Badge"/>
          <p:cNvSpPr/>
          <p:nvPr/>
        </p:nvSpPr>
        <p:spPr>
          <a:xfrm>
            <a:off x="548640" y="3429000"/>
            <a:ext cx="329184" cy="329184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4864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1005840" y="34290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2743200" y="3429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____</a:t>
            </a:r>
            <a:endParaRPr lang="en-US" sz="1400" dirty="0"/>
          </a:p>
        </p:txBody>
      </p:sp>
      <p:sp>
        <p:nvSpPr>
          <p:cNvPr id="34" name="Badge"/>
          <p:cNvSpPr/>
          <p:nvPr/>
        </p:nvSpPr>
        <p:spPr>
          <a:xfrm>
            <a:off x="3840480" y="3429000"/>
            <a:ext cx="329184" cy="329184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384048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4297680" y="34290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afternoon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6035040" y="34290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____</a:t>
            </a:r>
            <a:endParaRPr lang="en-US" sz="1400" dirty="0"/>
          </a:p>
        </p:txBody>
      </p:sp>
      <p:sp>
        <p:nvSpPr>
          <p:cNvPr id="38" name="Badge"/>
          <p:cNvSpPr/>
          <p:nvPr/>
        </p:nvSpPr>
        <p:spPr>
          <a:xfrm>
            <a:off x="548640" y="3886200"/>
            <a:ext cx="329184" cy="329184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54864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1005840" y="3886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evening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2743200" y="38862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____</a:t>
            </a:r>
            <a:endParaRPr lang="en-US" sz="1400" dirty="0"/>
          </a:p>
        </p:txBody>
      </p:sp>
      <p:sp>
        <p:nvSpPr>
          <p:cNvPr id="42" name="Badge"/>
          <p:cNvSpPr/>
          <p:nvPr/>
        </p:nvSpPr>
        <p:spPr>
          <a:xfrm>
            <a:off x="3840480" y="3886200"/>
            <a:ext cx="329184" cy="329184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384048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4297680" y="3886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night</a:t>
            </a:r>
            <a:endParaRPr lang="en-US" sz="1400" dirty="0"/>
          </a:p>
        </p:txBody>
      </p:sp>
      <p:sp>
        <p:nvSpPr>
          <p:cNvPr id="45" name="Text 39"/>
          <p:cNvSpPr txBox="1"/>
          <p:nvPr/>
        </p:nvSpPr>
        <p:spPr>
          <a:xfrm>
            <a:off x="6035040" y="38862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____</a:t>
            </a:r>
            <a:endParaRPr lang="en-US" sz="1400" dirty="0"/>
          </a:p>
        </p:txBody>
      </p:sp>
      <p:sp>
        <p:nvSpPr>
          <p:cNvPr id="46" name="Box"/>
          <p:cNvSpPr/>
          <p:nvPr/>
        </p:nvSpPr>
        <p:spPr>
          <a:xfrm>
            <a:off x="548640" y="4434840"/>
            <a:ext cx="6464808" cy="685800"/>
          </a:xfrm>
          <a:prstGeom prst="roundRect">
            <a:avLst>
              <a:gd name="adj" fmla="val 13333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47" name="Pill"/>
          <p:cNvSpPr/>
          <p:nvPr/>
        </p:nvSpPr>
        <p:spPr>
          <a:xfrm>
            <a:off x="685800" y="430682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685800" y="43068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731520" y="46451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</a:t>
            </a:r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your teacher. Then answer: 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name?</a:t>
            </a:r>
            <a:endParaRPr lang="en-US" sz="1300" dirty="0"/>
          </a:p>
        </p:txBody>
      </p:sp>
      <p:sp>
        <p:nvSpPr>
          <p:cNvPr id="50" name="Section number"/>
          <p:cNvSpPr/>
          <p:nvPr/>
        </p:nvSpPr>
        <p:spPr>
          <a:xfrm>
            <a:off x="548640" y="54406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548640" y="54406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2" name="Section tab"/>
          <p:cNvSpPr/>
          <p:nvPr/>
        </p:nvSpPr>
        <p:spPr>
          <a:xfrm>
            <a:off x="896112" y="54406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896112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endParaRPr lang="en-US" sz="1100" dirty="0"/>
          </a:p>
        </p:txBody>
      </p:sp>
      <p:sp>
        <p:nvSpPr>
          <p:cNvPr id="54" name="Title"/>
          <p:cNvSpPr txBox="1"/>
          <p:nvPr/>
        </p:nvSpPr>
        <p:spPr>
          <a:xfrm>
            <a:off x="548640" y="57698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Meeting for the first time</a:t>
            </a:r>
            <a:endParaRPr lang="en-US" sz="2600" dirty="0"/>
          </a:p>
        </p:txBody>
      </p:sp>
      <p:sp>
        <p:nvSpPr>
          <p:cNvPr id="55" name="Pill"/>
          <p:cNvSpPr/>
          <p:nvPr/>
        </p:nvSpPr>
        <p:spPr>
          <a:xfrm>
            <a:off x="548640" y="63093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548640" y="6309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1.1</a:t>
            </a:r>
            <a:endParaRPr lang="en-US" sz="1200" dirty="0"/>
          </a:p>
        </p:txBody>
      </p:sp>
      <p:pic>
        <p:nvPicPr>
          <p:cNvPr id="57" name="Image 4" descr="Audi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6373368"/>
            <a:ext cx="164592" cy="164592"/>
          </a:xfrm>
          <a:prstGeom prst="rect">
            <a:avLst/>
          </a:prstGeom>
        </p:spPr>
      </p:pic>
      <p:sp>
        <p:nvSpPr>
          <p:cNvPr id="58" name="Text 51"/>
          <p:cNvSpPr txBox="1"/>
          <p:nvPr/>
        </p:nvSpPr>
        <p:spPr>
          <a:xfrm>
            <a:off x="1554480" y="6309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read.</a:t>
            </a:r>
            <a:endParaRPr lang="en-US" sz="1300" dirty="0"/>
          </a:p>
        </p:txBody>
      </p:sp>
      <p:pic>
        <p:nvPicPr>
          <p:cNvPr id="59" name="Image 5" descr="To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766560"/>
            <a:ext cx="475488" cy="475488"/>
          </a:xfrm>
          <a:prstGeom prst="rect">
            <a:avLst/>
          </a:prstGeom>
        </p:spPr>
      </p:pic>
      <p:sp>
        <p:nvSpPr>
          <p:cNvPr id="60" name="Bubble"/>
          <p:cNvSpPr/>
          <p:nvPr/>
        </p:nvSpPr>
        <p:spPr>
          <a:xfrm>
            <a:off x="1097280" y="6766560"/>
            <a:ext cx="5257800" cy="475488"/>
          </a:xfrm>
          <a:prstGeom prst="roundRect">
            <a:avLst>
              <a:gd name="adj" fmla="val 19231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1234440" y="6766560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Tom: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Hello! I'm Tom. What's your name?</a:t>
            </a:r>
            <a:endParaRPr lang="en-US" sz="1250" dirty="0"/>
          </a:p>
        </p:txBody>
      </p:sp>
      <p:pic>
        <p:nvPicPr>
          <p:cNvPr id="62" name="Image 6" descr="An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7333488"/>
            <a:ext cx="475488" cy="475488"/>
          </a:xfrm>
          <a:prstGeom prst="rect">
            <a:avLst/>
          </a:prstGeom>
        </p:spPr>
      </p:pic>
      <p:sp>
        <p:nvSpPr>
          <p:cNvPr id="63" name="Bubble"/>
          <p:cNvSpPr/>
          <p:nvPr/>
        </p:nvSpPr>
        <p:spPr>
          <a:xfrm>
            <a:off x="1188720" y="7333488"/>
            <a:ext cx="5257800" cy="475488"/>
          </a:xfrm>
          <a:prstGeom prst="roundRect">
            <a:avLst>
              <a:gd name="adj" fmla="val 19231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64" name="Text 55"/>
          <p:cNvSpPr txBox="1"/>
          <p:nvPr/>
        </p:nvSpPr>
        <p:spPr>
          <a:xfrm>
            <a:off x="1325880" y="7333488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Ana: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Hi, Tom! My name's Ana. Nice to meet you.</a:t>
            </a:r>
            <a:endParaRPr lang="en-US" sz="1250" dirty="0"/>
          </a:p>
        </p:txBody>
      </p:sp>
      <p:pic>
        <p:nvPicPr>
          <p:cNvPr id="65" name="Image 7" descr="Tom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7900416"/>
            <a:ext cx="475488" cy="475488"/>
          </a:xfrm>
          <a:prstGeom prst="rect">
            <a:avLst/>
          </a:prstGeom>
        </p:spPr>
      </p:pic>
      <p:sp>
        <p:nvSpPr>
          <p:cNvPr id="66" name="Bubble"/>
          <p:cNvSpPr/>
          <p:nvPr/>
        </p:nvSpPr>
        <p:spPr>
          <a:xfrm>
            <a:off x="1097280" y="7900416"/>
            <a:ext cx="5257800" cy="475488"/>
          </a:xfrm>
          <a:prstGeom prst="roundRect">
            <a:avLst>
              <a:gd name="adj" fmla="val 19231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7" name="Text 57"/>
          <p:cNvSpPr txBox="1"/>
          <p:nvPr/>
        </p:nvSpPr>
        <p:spPr>
          <a:xfrm>
            <a:off x="1234440" y="7900416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Tom: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Nice to meet you, too. Are you Brazilian?</a:t>
            </a:r>
            <a:endParaRPr lang="en-US" sz="1250" dirty="0"/>
          </a:p>
        </p:txBody>
      </p:sp>
      <p:pic>
        <p:nvPicPr>
          <p:cNvPr id="68" name="Image 8" descr="Ana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8467344"/>
            <a:ext cx="475488" cy="475488"/>
          </a:xfrm>
          <a:prstGeom prst="rect">
            <a:avLst/>
          </a:prstGeom>
        </p:spPr>
      </p:pic>
      <p:sp>
        <p:nvSpPr>
          <p:cNvPr id="69" name="Bubble"/>
          <p:cNvSpPr/>
          <p:nvPr/>
        </p:nvSpPr>
        <p:spPr>
          <a:xfrm>
            <a:off x="1188720" y="8467344"/>
            <a:ext cx="5257800" cy="475488"/>
          </a:xfrm>
          <a:prstGeom prst="roundRect">
            <a:avLst>
              <a:gd name="adj" fmla="val 19231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70" name="Text 59"/>
          <p:cNvSpPr txBox="1"/>
          <p:nvPr/>
        </p:nvSpPr>
        <p:spPr>
          <a:xfrm>
            <a:off x="1325880" y="8467344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Ana: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Yes, I am. I'm from São Paulo. And you?</a:t>
            </a:r>
            <a:endParaRPr lang="en-US" sz="1250" dirty="0"/>
          </a:p>
        </p:txBody>
      </p:sp>
      <p:pic>
        <p:nvPicPr>
          <p:cNvPr id="71" name="Image 9" descr="Tom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9034272"/>
            <a:ext cx="475488" cy="475488"/>
          </a:xfrm>
          <a:prstGeom prst="rect">
            <a:avLst/>
          </a:prstGeom>
        </p:spPr>
      </p:pic>
      <p:sp>
        <p:nvSpPr>
          <p:cNvPr id="72" name="Bubble"/>
          <p:cNvSpPr/>
          <p:nvPr/>
        </p:nvSpPr>
        <p:spPr>
          <a:xfrm>
            <a:off x="1097280" y="9034272"/>
            <a:ext cx="5257800" cy="475488"/>
          </a:xfrm>
          <a:prstGeom prst="roundRect">
            <a:avLst>
              <a:gd name="adj" fmla="val 19231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3" name="Text 61"/>
          <p:cNvSpPr txBox="1"/>
          <p:nvPr/>
        </p:nvSpPr>
        <p:spPr>
          <a:xfrm>
            <a:off x="1234440" y="9034272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Tom: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I'm from Canada. I'm a teacher.</a:t>
            </a:r>
            <a:endParaRPr lang="en-US" sz="1250" dirty="0"/>
          </a:p>
        </p:txBody>
      </p:sp>
      <p:pic>
        <p:nvPicPr>
          <p:cNvPr id="74" name="Image 10" descr="Ana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9601200"/>
            <a:ext cx="475488" cy="475488"/>
          </a:xfrm>
          <a:prstGeom prst="rect">
            <a:avLst/>
          </a:prstGeom>
        </p:spPr>
      </p:pic>
      <p:sp>
        <p:nvSpPr>
          <p:cNvPr id="75" name="Bubble"/>
          <p:cNvSpPr/>
          <p:nvPr/>
        </p:nvSpPr>
        <p:spPr>
          <a:xfrm>
            <a:off x="1188720" y="9601200"/>
            <a:ext cx="5257800" cy="475488"/>
          </a:xfrm>
          <a:prstGeom prst="roundRect">
            <a:avLst>
              <a:gd name="adj" fmla="val 19231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76" name="Text 63"/>
          <p:cNvSpPr txBox="1"/>
          <p:nvPr/>
        </p:nvSpPr>
        <p:spPr>
          <a:xfrm>
            <a:off x="1325880" y="9601200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Ana: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Great! I'm a student. See you later!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548640" y="411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96112" y="4114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411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7406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Check your understanding</a:t>
            </a:r>
            <a:endParaRPr lang="en-US" sz="2600" dirty="0"/>
          </a:p>
        </p:txBody>
      </p:sp>
      <p:sp>
        <p:nvSpPr>
          <p:cNvPr id="7" name="Exercise letter"/>
          <p:cNvSpPr/>
          <p:nvPr/>
        </p:nvSpPr>
        <p:spPr>
          <a:xfrm>
            <a:off x="548640" y="13716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353312"/>
            <a:ext cx="6007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dialogue again. True (T) or false (F)?</a:t>
            </a:r>
            <a:endParaRPr lang="en-US" sz="1500" dirty="0"/>
          </a:p>
        </p:txBody>
      </p:sp>
      <p:sp>
        <p:nvSpPr>
          <p:cNvPr id="10" name="Badge"/>
          <p:cNvSpPr/>
          <p:nvPr/>
        </p:nvSpPr>
        <p:spPr>
          <a:xfrm>
            <a:off x="548640" y="182880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1828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is Brazilian.</a:t>
            </a:r>
            <a:endParaRPr lang="en-US" sz="1400" dirty="0"/>
          </a:p>
        </p:txBody>
      </p:sp>
      <p:sp>
        <p:nvSpPr>
          <p:cNvPr id="13" name="Check box"/>
          <p:cNvSpPr/>
          <p:nvPr/>
        </p:nvSpPr>
        <p:spPr>
          <a:xfrm>
            <a:off x="5394960" y="1837944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183794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15" name="Check box"/>
          <p:cNvSpPr/>
          <p:nvPr/>
        </p:nvSpPr>
        <p:spPr>
          <a:xfrm>
            <a:off x="5897880" y="1837944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183794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7" name="Badge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286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is from São Paulo.</a:t>
            </a:r>
            <a:endParaRPr lang="en-US" sz="1400" dirty="0"/>
          </a:p>
        </p:txBody>
      </p:sp>
      <p:sp>
        <p:nvSpPr>
          <p:cNvPr id="20" name="Check box"/>
          <p:cNvSpPr/>
          <p:nvPr/>
        </p:nvSpPr>
        <p:spPr>
          <a:xfrm>
            <a:off x="5394960" y="2295144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229514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2" name="Check box"/>
          <p:cNvSpPr/>
          <p:nvPr/>
        </p:nvSpPr>
        <p:spPr>
          <a:xfrm>
            <a:off x="5897880" y="2295144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97880" y="229514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24" name="Badge"/>
          <p:cNvSpPr/>
          <p:nvPr/>
        </p:nvSpPr>
        <p:spPr>
          <a:xfrm>
            <a:off x="548640" y="274320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2743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is a teacher.</a:t>
            </a:r>
            <a:endParaRPr lang="en-US" sz="1400" dirty="0"/>
          </a:p>
        </p:txBody>
      </p:sp>
      <p:sp>
        <p:nvSpPr>
          <p:cNvPr id="27" name="Check box"/>
          <p:cNvSpPr/>
          <p:nvPr/>
        </p:nvSpPr>
        <p:spPr>
          <a:xfrm>
            <a:off x="5394960" y="2752344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94960" y="275234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9" name="Check box"/>
          <p:cNvSpPr/>
          <p:nvPr/>
        </p:nvSpPr>
        <p:spPr>
          <a:xfrm>
            <a:off x="5897880" y="2752344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97880" y="275234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31" name="Badge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3200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is a teacher.</a:t>
            </a:r>
            <a:endParaRPr lang="en-US" sz="1400" dirty="0"/>
          </a:p>
        </p:txBody>
      </p:sp>
      <p:sp>
        <p:nvSpPr>
          <p:cNvPr id="34" name="Check box"/>
          <p:cNvSpPr/>
          <p:nvPr/>
        </p:nvSpPr>
        <p:spPr>
          <a:xfrm>
            <a:off x="5394960" y="3209544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94960" y="320954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36" name="Check box"/>
          <p:cNvSpPr/>
          <p:nvPr/>
        </p:nvSpPr>
        <p:spPr>
          <a:xfrm>
            <a:off x="5897880" y="3209544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97880" y="320954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38" name="Exercise letter"/>
          <p:cNvSpPr/>
          <p:nvPr/>
        </p:nvSpPr>
        <p:spPr>
          <a:xfrm>
            <a:off x="548640" y="38404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60120" y="3822192"/>
            <a:ext cx="6007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questions.</a:t>
            </a:r>
            <a:endParaRPr lang="en-US" sz="1500" dirty="0"/>
          </a:p>
        </p:txBody>
      </p:sp>
      <p:sp>
        <p:nvSpPr>
          <p:cNvPr id="41" name="Badge"/>
          <p:cNvSpPr/>
          <p:nvPr/>
        </p:nvSpPr>
        <p:spPr>
          <a:xfrm>
            <a:off x="548640" y="429768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" y="42976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Tom's job?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840480" y="4590288"/>
            <a:ext cx="310896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5" name="Badge"/>
          <p:cNvSpPr/>
          <p:nvPr/>
        </p:nvSpPr>
        <p:spPr>
          <a:xfrm>
            <a:off x="548640" y="493776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4937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05840" y="49377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Ana from?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840480" y="5230368"/>
            <a:ext cx="310896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9" name="Badge"/>
          <p:cNvSpPr/>
          <p:nvPr/>
        </p:nvSpPr>
        <p:spPr>
          <a:xfrm>
            <a:off x="548640" y="557784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8640" y="5577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05840" y="55778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Tom from Brazil?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840480" y="5870448"/>
            <a:ext cx="310896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53" name="Box"/>
          <p:cNvSpPr/>
          <p:nvPr/>
        </p:nvSpPr>
        <p:spPr>
          <a:xfrm>
            <a:off x="548640" y="6263640"/>
            <a:ext cx="6464808" cy="457200"/>
          </a:xfrm>
          <a:prstGeom prst="roundRect">
            <a:avLst>
              <a:gd name="adj" fmla="val 20000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1520" y="6263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false sentences: 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is Canadian.</a:t>
            </a:r>
            <a:endParaRPr lang="en-US" sz="1300" dirty="0"/>
          </a:p>
        </p:txBody>
      </p:sp>
      <p:sp>
        <p:nvSpPr>
          <p:cNvPr id="55" name="Section number"/>
          <p:cNvSpPr/>
          <p:nvPr/>
        </p:nvSpPr>
        <p:spPr>
          <a:xfrm>
            <a:off x="548640" y="699516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640" y="6995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7" name="Section tab"/>
          <p:cNvSpPr/>
          <p:nvPr/>
        </p:nvSpPr>
        <p:spPr>
          <a:xfrm>
            <a:off x="896112" y="699516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96112" y="6995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9" name="Title"/>
          <p:cNvSpPr txBox="1"/>
          <p:nvPr/>
        </p:nvSpPr>
        <p:spPr>
          <a:xfrm>
            <a:off x="548640" y="732434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Meet the students</a:t>
            </a:r>
            <a:endParaRPr lang="en-US" sz="2600" dirty="0"/>
          </a:p>
        </p:txBody>
      </p:sp>
      <p:sp>
        <p:nvSpPr>
          <p:cNvPr id="60" name="Pill"/>
          <p:cNvSpPr/>
          <p:nvPr/>
        </p:nvSpPr>
        <p:spPr>
          <a:xfrm>
            <a:off x="548640" y="78638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8640" y="78638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1.2</a:t>
            </a:r>
            <a:endParaRPr lang="en-US" sz="1200" dirty="0"/>
          </a:p>
        </p:txBody>
      </p:sp>
      <p:pic>
        <p:nvPicPr>
          <p:cNvPr id="62" name="Image 0" descr="A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927848"/>
            <a:ext cx="164592" cy="164592"/>
          </a:xfrm>
          <a:prstGeom prst="rect">
            <a:avLst/>
          </a:prstGeom>
        </p:spPr>
      </p:pic>
      <p:sp>
        <p:nvSpPr>
          <p:cNvPr id="63" name="Text 60"/>
          <p:cNvSpPr txBox="1"/>
          <p:nvPr/>
        </p:nvSpPr>
        <p:spPr>
          <a:xfrm>
            <a:off x="1554480" y="7863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read the profiles.</a:t>
            </a:r>
            <a:endParaRPr lang="en-US" sz="1300" dirty="0"/>
          </a:p>
        </p:txBody>
      </p:sp>
      <p:sp>
        <p:nvSpPr>
          <p:cNvPr id="64" name="Box"/>
          <p:cNvSpPr/>
          <p:nvPr/>
        </p:nvSpPr>
        <p:spPr>
          <a:xfrm>
            <a:off x="548640" y="8275320"/>
            <a:ext cx="2075688" cy="1828800"/>
          </a:xfrm>
          <a:prstGeom prst="roundRect">
            <a:avLst>
              <a:gd name="adj" fmla="val 5000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65" name="Image 1" descr="A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366760"/>
            <a:ext cx="731520" cy="731520"/>
          </a:xfrm>
          <a:prstGeom prst="rect">
            <a:avLst/>
          </a:prstGeom>
        </p:spPr>
      </p:pic>
      <p:pic>
        <p:nvPicPr>
          <p:cNvPr id="66" name="Image 2" descr="Brazil fl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8412480"/>
            <a:ext cx="640080" cy="429768"/>
          </a:xfrm>
          <a:prstGeom prst="rect">
            <a:avLst/>
          </a:prstGeom>
        </p:spPr>
      </p:pic>
      <p:sp>
        <p:nvSpPr>
          <p:cNvPr id="67" name="Text 62"/>
          <p:cNvSpPr txBox="1"/>
          <p:nvPr/>
        </p:nvSpPr>
        <p:spPr>
          <a:xfrm>
            <a:off x="1554480" y="8851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Ana</a:t>
            </a:r>
            <a:endParaRPr lang="en-US" sz="1800" dirty="0"/>
          </a:p>
        </p:txBody>
      </p:sp>
      <p:sp>
        <p:nvSpPr>
          <p:cNvPr id="68" name="Text 63"/>
          <p:cNvSpPr txBox="1"/>
          <p:nvPr/>
        </p:nvSpPr>
        <p:spPr>
          <a:xfrm>
            <a:off x="658368" y="91897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I'm Ana. I'm from Brazil. I'm Brazilian. I'm a student.</a:t>
            </a:r>
            <a:endParaRPr lang="en-US" sz="1150" dirty="0"/>
          </a:p>
        </p:txBody>
      </p:sp>
      <p:sp>
        <p:nvSpPr>
          <p:cNvPr id="69" name="Box"/>
          <p:cNvSpPr/>
          <p:nvPr/>
        </p:nvSpPr>
        <p:spPr>
          <a:xfrm>
            <a:off x="2743200" y="8275320"/>
            <a:ext cx="2075688" cy="1828800"/>
          </a:xfrm>
          <a:prstGeom prst="roundRect">
            <a:avLst>
              <a:gd name="adj" fmla="val 5000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70" name="Image 3" descr="To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8366760"/>
            <a:ext cx="731520" cy="731520"/>
          </a:xfrm>
          <a:prstGeom prst="rect">
            <a:avLst/>
          </a:prstGeom>
        </p:spPr>
      </p:pic>
      <p:pic>
        <p:nvPicPr>
          <p:cNvPr id="71" name="Image 4" descr="Canada fla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8412480"/>
            <a:ext cx="640080" cy="429768"/>
          </a:xfrm>
          <a:prstGeom prst="rect">
            <a:avLst/>
          </a:prstGeom>
        </p:spPr>
      </p:pic>
      <p:sp>
        <p:nvSpPr>
          <p:cNvPr id="72" name="Text 65"/>
          <p:cNvSpPr txBox="1"/>
          <p:nvPr/>
        </p:nvSpPr>
        <p:spPr>
          <a:xfrm>
            <a:off x="3749040" y="8851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Tom</a:t>
            </a:r>
            <a:endParaRPr lang="en-US" sz="1800" dirty="0"/>
          </a:p>
        </p:txBody>
      </p:sp>
      <p:sp>
        <p:nvSpPr>
          <p:cNvPr id="73" name="Text 66"/>
          <p:cNvSpPr txBox="1"/>
          <p:nvPr/>
        </p:nvSpPr>
        <p:spPr>
          <a:xfrm>
            <a:off x="2852928" y="91897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I'm Tom. I'm from Canada. I'm Canadian. I'm a teacher.</a:t>
            </a:r>
            <a:endParaRPr lang="en-US" sz="1150" dirty="0"/>
          </a:p>
        </p:txBody>
      </p:sp>
      <p:sp>
        <p:nvSpPr>
          <p:cNvPr id="74" name="Box"/>
          <p:cNvSpPr/>
          <p:nvPr/>
        </p:nvSpPr>
        <p:spPr>
          <a:xfrm>
            <a:off x="4937760" y="8275320"/>
            <a:ext cx="2075688" cy="1828800"/>
          </a:xfrm>
          <a:prstGeom prst="roundRect">
            <a:avLst>
              <a:gd name="adj" fmla="val 5000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75" name="Image 5" descr="Yuk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8366760"/>
            <a:ext cx="731520" cy="731520"/>
          </a:xfrm>
          <a:prstGeom prst="rect">
            <a:avLst/>
          </a:prstGeom>
        </p:spPr>
      </p:pic>
      <p:pic>
        <p:nvPicPr>
          <p:cNvPr id="76" name="Image 6" descr="Japan fla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8412480"/>
            <a:ext cx="640080" cy="429768"/>
          </a:xfrm>
          <a:prstGeom prst="rect">
            <a:avLst/>
          </a:prstGeom>
        </p:spPr>
      </p:pic>
      <p:sp>
        <p:nvSpPr>
          <p:cNvPr id="77" name="Text 68"/>
          <p:cNvSpPr txBox="1"/>
          <p:nvPr/>
        </p:nvSpPr>
        <p:spPr>
          <a:xfrm>
            <a:off x="5943600" y="8851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Yuki</a:t>
            </a:r>
            <a:endParaRPr lang="en-US" sz="1800" dirty="0"/>
          </a:p>
        </p:txBody>
      </p:sp>
      <p:sp>
        <p:nvSpPr>
          <p:cNvPr id="78" name="Text 69"/>
          <p:cNvSpPr txBox="1"/>
          <p:nvPr/>
        </p:nvSpPr>
        <p:spPr>
          <a:xfrm>
            <a:off x="5047488" y="91897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My name's Yuki. I'm from Japan. I'm Japanese. I'm a doctor.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548640" y="411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96112" y="4114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411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7406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Read and write the names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from Canada?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9202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274320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 doctor?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1874520"/>
            <a:ext cx="19202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93776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Brazilian?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874520"/>
            <a:ext cx="19202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3" name="Section number"/>
          <p:cNvSpPr/>
          <p:nvPr/>
        </p:nvSpPr>
        <p:spPr>
          <a:xfrm>
            <a:off x="548640" y="22402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2402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ection tab"/>
          <p:cNvSpPr/>
          <p:nvPr/>
        </p:nvSpPr>
        <p:spPr>
          <a:xfrm>
            <a:off x="896112" y="22402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17" name="Title"/>
          <p:cNvSpPr txBox="1"/>
          <p:nvPr/>
        </p:nvSpPr>
        <p:spPr>
          <a:xfrm>
            <a:off x="548640" y="25694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Greetings &amp; goodbyes</a:t>
            </a:r>
            <a:endParaRPr lang="en-US" sz="2600" dirty="0"/>
          </a:p>
        </p:txBody>
      </p:sp>
      <p:sp>
        <p:nvSpPr>
          <p:cNvPr id="18" name="Pill"/>
          <p:cNvSpPr/>
          <p:nvPr/>
        </p:nvSpPr>
        <p:spPr>
          <a:xfrm>
            <a:off x="548640" y="31089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1089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1.3</a:t>
            </a:r>
            <a:endParaRPr lang="en-US" sz="1200" dirty="0"/>
          </a:p>
        </p:txBody>
      </p:sp>
      <p:pic>
        <p:nvPicPr>
          <p:cNvPr id="20" name="Image 0" descr="A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172968"/>
            <a:ext cx="164592" cy="16459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54480" y="3108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repeat.</a:t>
            </a:r>
            <a:endParaRPr lang="en-US" sz="1300" dirty="0"/>
          </a:p>
        </p:txBody>
      </p:sp>
      <p:sp>
        <p:nvSpPr>
          <p:cNvPr id="22" name="Box"/>
          <p:cNvSpPr/>
          <p:nvPr/>
        </p:nvSpPr>
        <p:spPr>
          <a:xfrm>
            <a:off x="548640" y="3520440"/>
            <a:ext cx="1536192" cy="1353312"/>
          </a:xfrm>
          <a:prstGeom prst="roundRect">
            <a:avLst>
              <a:gd name="adj" fmla="val 6757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3" name="Badge"/>
          <p:cNvSpPr/>
          <p:nvPr/>
        </p:nvSpPr>
        <p:spPr>
          <a:xfrm>
            <a:off x="640080" y="36118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1" descr="Hello / H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721608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40080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/ Hi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40080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 / Oi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640080" y="4572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“Hi, Tom!”</a:t>
            </a:r>
            <a:endParaRPr lang="en-US" sz="1000" dirty="0"/>
          </a:p>
        </p:txBody>
      </p:sp>
      <p:sp>
        <p:nvSpPr>
          <p:cNvPr id="28" name="Box"/>
          <p:cNvSpPr/>
          <p:nvPr/>
        </p:nvSpPr>
        <p:spPr>
          <a:xfrm>
            <a:off x="2176272" y="3520440"/>
            <a:ext cx="1536192" cy="1353312"/>
          </a:xfrm>
          <a:prstGeom prst="roundRect">
            <a:avLst>
              <a:gd name="adj" fmla="val 6757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2267712" y="36118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2" descr="Good mor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721608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2267712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2267712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dia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2267712" y="4572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morning, Ana.”</a:t>
            </a:r>
            <a:endParaRPr lang="en-US" sz="1000" dirty="0"/>
          </a:p>
        </p:txBody>
      </p:sp>
      <p:sp>
        <p:nvSpPr>
          <p:cNvPr id="34" name="Box"/>
          <p:cNvSpPr/>
          <p:nvPr/>
        </p:nvSpPr>
        <p:spPr>
          <a:xfrm>
            <a:off x="3803904" y="3520440"/>
            <a:ext cx="1536192" cy="1353312"/>
          </a:xfrm>
          <a:prstGeom prst="roundRect">
            <a:avLst>
              <a:gd name="adj" fmla="val 6757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5" name="Badge"/>
          <p:cNvSpPr/>
          <p:nvPr/>
        </p:nvSpPr>
        <p:spPr>
          <a:xfrm>
            <a:off x="3895344" y="36118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3" descr="Good afterno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3721608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3895344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afternoon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3895344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tarde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3895344" y="4572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afternoon!”</a:t>
            </a:r>
            <a:endParaRPr lang="en-US" sz="1000" dirty="0"/>
          </a:p>
        </p:txBody>
      </p:sp>
      <p:sp>
        <p:nvSpPr>
          <p:cNvPr id="40" name="Box"/>
          <p:cNvSpPr/>
          <p:nvPr/>
        </p:nvSpPr>
        <p:spPr>
          <a:xfrm>
            <a:off x="5431536" y="3520440"/>
            <a:ext cx="1536192" cy="1353312"/>
          </a:xfrm>
          <a:prstGeom prst="roundRect">
            <a:avLst>
              <a:gd name="adj" fmla="val 6757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1" name="Badge"/>
          <p:cNvSpPr/>
          <p:nvPr/>
        </p:nvSpPr>
        <p:spPr>
          <a:xfrm>
            <a:off x="5522976" y="36118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4" descr="Good even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3721608"/>
            <a:ext cx="201168" cy="201168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5522976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evening</a:t>
            </a:r>
            <a:endParaRPr lang="en-US" sz="1250" dirty="0"/>
          </a:p>
        </p:txBody>
      </p:sp>
      <p:sp>
        <p:nvSpPr>
          <p:cNvPr id="44" name="Text 37"/>
          <p:cNvSpPr txBox="1"/>
          <p:nvPr/>
        </p:nvSpPr>
        <p:spPr>
          <a:xfrm>
            <a:off x="5522976" y="4361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noite (chegada)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5522976" y="4572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evening, all.”</a:t>
            </a:r>
            <a:endParaRPr lang="en-US" sz="1000" dirty="0"/>
          </a:p>
        </p:txBody>
      </p:sp>
      <p:sp>
        <p:nvSpPr>
          <p:cNvPr id="46" name="Box"/>
          <p:cNvSpPr/>
          <p:nvPr/>
        </p:nvSpPr>
        <p:spPr>
          <a:xfrm>
            <a:off x="548640" y="4983480"/>
            <a:ext cx="1536192" cy="1353312"/>
          </a:xfrm>
          <a:prstGeom prst="roundRect">
            <a:avLst>
              <a:gd name="adj" fmla="val 6757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7" name="Badge"/>
          <p:cNvSpPr/>
          <p:nvPr/>
        </p:nvSpPr>
        <p:spPr>
          <a:xfrm>
            <a:off x="640080" y="50749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Image 5" descr="Goodbye / By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184648"/>
            <a:ext cx="201168" cy="201168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640080" y="5577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 / Bye</a:t>
            </a:r>
            <a:endParaRPr lang="en-US" sz="1250" dirty="0"/>
          </a:p>
        </p:txBody>
      </p:sp>
      <p:sp>
        <p:nvSpPr>
          <p:cNvPr id="50" name="Text 42"/>
          <p:cNvSpPr txBox="1"/>
          <p:nvPr/>
        </p:nvSpPr>
        <p:spPr>
          <a:xfrm>
            <a:off x="640080" y="5824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Tchau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640080" y="6035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“Bye, see you!”</a:t>
            </a:r>
            <a:endParaRPr lang="en-US" sz="1000" dirty="0"/>
          </a:p>
        </p:txBody>
      </p:sp>
      <p:sp>
        <p:nvSpPr>
          <p:cNvPr id="52" name="Box"/>
          <p:cNvSpPr/>
          <p:nvPr/>
        </p:nvSpPr>
        <p:spPr>
          <a:xfrm>
            <a:off x="2176272" y="4983480"/>
            <a:ext cx="1536192" cy="1353312"/>
          </a:xfrm>
          <a:prstGeom prst="roundRect">
            <a:avLst>
              <a:gd name="adj" fmla="val 6757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3" name="Badge"/>
          <p:cNvSpPr/>
          <p:nvPr/>
        </p:nvSpPr>
        <p:spPr>
          <a:xfrm>
            <a:off x="2267712" y="50749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4" name="Image 6" descr="See you la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40" y="5184648"/>
            <a:ext cx="201168" cy="201168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2267712" y="5577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later</a:t>
            </a:r>
            <a:endParaRPr lang="en-US" sz="1250" dirty="0"/>
          </a:p>
        </p:txBody>
      </p:sp>
      <p:sp>
        <p:nvSpPr>
          <p:cNvPr id="56" name="Text 47"/>
          <p:cNvSpPr txBox="1"/>
          <p:nvPr/>
        </p:nvSpPr>
        <p:spPr>
          <a:xfrm>
            <a:off x="2267712" y="5824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mais</a:t>
            </a:r>
            <a:endParaRPr lang="en-US" sz="1000" dirty="0"/>
          </a:p>
        </p:txBody>
      </p:sp>
      <p:sp>
        <p:nvSpPr>
          <p:cNvPr id="57" name="Text 48"/>
          <p:cNvSpPr txBox="1"/>
          <p:nvPr/>
        </p:nvSpPr>
        <p:spPr>
          <a:xfrm>
            <a:off x="2267712" y="6035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“See you later!”</a:t>
            </a:r>
            <a:endParaRPr lang="en-US" sz="1000" dirty="0"/>
          </a:p>
        </p:txBody>
      </p:sp>
      <p:sp>
        <p:nvSpPr>
          <p:cNvPr id="58" name="Box"/>
          <p:cNvSpPr/>
          <p:nvPr/>
        </p:nvSpPr>
        <p:spPr>
          <a:xfrm>
            <a:off x="3803904" y="4983480"/>
            <a:ext cx="1536192" cy="1353312"/>
          </a:xfrm>
          <a:prstGeom prst="roundRect">
            <a:avLst>
              <a:gd name="adj" fmla="val 6757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9" name="Badge"/>
          <p:cNvSpPr/>
          <p:nvPr/>
        </p:nvSpPr>
        <p:spPr>
          <a:xfrm>
            <a:off x="3895344" y="50749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0" name="Image 7" descr="Nice to meet you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5072" y="5184648"/>
            <a:ext cx="201168" cy="201168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3895344" y="5577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</a:t>
            </a:r>
            <a:endParaRPr lang="en-US" sz="1250" dirty="0"/>
          </a:p>
        </p:txBody>
      </p:sp>
      <p:sp>
        <p:nvSpPr>
          <p:cNvPr id="62" name="Text 52"/>
          <p:cNvSpPr txBox="1"/>
          <p:nvPr/>
        </p:nvSpPr>
        <p:spPr>
          <a:xfrm>
            <a:off x="3895344" y="5824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Prazer em conhecer</a:t>
            </a:r>
            <a:endParaRPr lang="en-US" sz="1000" dirty="0"/>
          </a:p>
        </p:txBody>
      </p:sp>
      <p:sp>
        <p:nvSpPr>
          <p:cNvPr id="63" name="Text 53"/>
          <p:cNvSpPr txBox="1"/>
          <p:nvPr/>
        </p:nvSpPr>
        <p:spPr>
          <a:xfrm>
            <a:off x="3895344" y="6035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“Nice to meet you.”</a:t>
            </a:r>
            <a:endParaRPr lang="en-US" sz="1000" dirty="0"/>
          </a:p>
        </p:txBody>
      </p:sp>
      <p:sp>
        <p:nvSpPr>
          <p:cNvPr id="64" name="Box"/>
          <p:cNvSpPr/>
          <p:nvPr/>
        </p:nvSpPr>
        <p:spPr>
          <a:xfrm>
            <a:off x="5431536" y="4983480"/>
            <a:ext cx="1536192" cy="1353312"/>
          </a:xfrm>
          <a:prstGeom prst="roundRect">
            <a:avLst>
              <a:gd name="adj" fmla="val 6757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65" name="Badge"/>
          <p:cNvSpPr/>
          <p:nvPr/>
        </p:nvSpPr>
        <p:spPr>
          <a:xfrm>
            <a:off x="5522976" y="50749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6" name="Image 8" descr="Thank you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2704" y="5184648"/>
            <a:ext cx="201168" cy="201168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5522976" y="5577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68" name="Text 57"/>
          <p:cNvSpPr txBox="1"/>
          <p:nvPr/>
        </p:nvSpPr>
        <p:spPr>
          <a:xfrm>
            <a:off x="5522976" y="5824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Obrigado(a)</a:t>
            </a:r>
            <a:endParaRPr lang="en-US" sz="1000" dirty="0"/>
          </a:p>
        </p:txBody>
      </p:sp>
      <p:sp>
        <p:nvSpPr>
          <p:cNvPr id="69" name="Text 58"/>
          <p:cNvSpPr txBox="1"/>
          <p:nvPr/>
        </p:nvSpPr>
        <p:spPr>
          <a:xfrm>
            <a:off x="5522976" y="6035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“Thank you, Tom.”</a:t>
            </a:r>
            <a:endParaRPr lang="en-US" sz="1000" dirty="0"/>
          </a:p>
        </p:txBody>
      </p:sp>
      <p:sp>
        <p:nvSpPr>
          <p:cNvPr id="70" name="Section number"/>
          <p:cNvSpPr/>
          <p:nvPr/>
        </p:nvSpPr>
        <p:spPr>
          <a:xfrm>
            <a:off x="548640" y="65836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548640" y="65836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2" name="Section tab"/>
          <p:cNvSpPr/>
          <p:nvPr/>
        </p:nvSpPr>
        <p:spPr>
          <a:xfrm>
            <a:off x="896112" y="65836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73" name="Text 62"/>
          <p:cNvSpPr txBox="1"/>
          <p:nvPr/>
        </p:nvSpPr>
        <p:spPr>
          <a:xfrm>
            <a:off x="896112" y="6583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74" name="Title"/>
          <p:cNvSpPr txBox="1"/>
          <p:nvPr/>
        </p:nvSpPr>
        <p:spPr>
          <a:xfrm>
            <a:off x="548640" y="69128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Countries &amp; nationalities</a:t>
            </a:r>
            <a:endParaRPr lang="en-US" sz="2600" dirty="0"/>
          </a:p>
        </p:txBody>
      </p:sp>
      <p:sp>
        <p:nvSpPr>
          <p:cNvPr id="75" name="Pill"/>
          <p:cNvSpPr/>
          <p:nvPr/>
        </p:nvSpPr>
        <p:spPr>
          <a:xfrm>
            <a:off x="548640" y="74523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76" name="Text 65"/>
          <p:cNvSpPr txBox="1"/>
          <p:nvPr/>
        </p:nvSpPr>
        <p:spPr>
          <a:xfrm>
            <a:off x="548640" y="74523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1.4</a:t>
            </a:r>
            <a:endParaRPr lang="en-US" sz="1200" dirty="0"/>
          </a:p>
        </p:txBody>
      </p:sp>
      <p:pic>
        <p:nvPicPr>
          <p:cNvPr id="77" name="Image 9" descr="Audi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" y="7516368"/>
            <a:ext cx="164592" cy="164592"/>
          </a:xfrm>
          <a:prstGeom prst="rect">
            <a:avLst/>
          </a:prstGeom>
        </p:spPr>
      </p:pic>
      <p:sp>
        <p:nvSpPr>
          <p:cNvPr id="78" name="Text 66"/>
          <p:cNvSpPr txBox="1"/>
          <p:nvPr/>
        </p:nvSpPr>
        <p:spPr>
          <a:xfrm>
            <a:off x="1554480" y="7452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repeat.</a:t>
            </a:r>
            <a:endParaRPr lang="en-US" sz="1300" dirty="0"/>
          </a:p>
        </p:txBody>
      </p:sp>
      <p:sp>
        <p:nvSpPr>
          <p:cNvPr id="79" name="Box"/>
          <p:cNvSpPr/>
          <p:nvPr/>
        </p:nvSpPr>
        <p:spPr>
          <a:xfrm>
            <a:off x="548640" y="7863840"/>
            <a:ext cx="2075688" cy="987552"/>
          </a:xfrm>
          <a:prstGeom prst="roundRect">
            <a:avLst>
              <a:gd name="adj" fmla="val 925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80" name="Image 10" descr="Brazil fla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8110728"/>
            <a:ext cx="822960" cy="548640"/>
          </a:xfrm>
          <a:prstGeom prst="rect">
            <a:avLst/>
          </a:prstGeom>
        </p:spPr>
      </p:pic>
      <p:sp>
        <p:nvSpPr>
          <p:cNvPr id="81" name="Text 68"/>
          <p:cNvSpPr txBox="1"/>
          <p:nvPr/>
        </p:nvSpPr>
        <p:spPr>
          <a:xfrm>
            <a:off x="1554480" y="80650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100" dirty="0"/>
          </a:p>
        </p:txBody>
      </p:sp>
      <p:sp>
        <p:nvSpPr>
          <p:cNvPr id="82" name="Text 69"/>
          <p:cNvSpPr txBox="1"/>
          <p:nvPr/>
        </p:nvSpPr>
        <p:spPr>
          <a:xfrm>
            <a:off x="1508760" y="8321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Brazilian</a:t>
            </a:r>
            <a:endParaRPr lang="en-US" sz="1350" dirty="0"/>
          </a:p>
        </p:txBody>
      </p:sp>
      <p:sp>
        <p:nvSpPr>
          <p:cNvPr id="83" name="Box"/>
          <p:cNvSpPr/>
          <p:nvPr/>
        </p:nvSpPr>
        <p:spPr>
          <a:xfrm>
            <a:off x="2743200" y="7863840"/>
            <a:ext cx="2075688" cy="987552"/>
          </a:xfrm>
          <a:prstGeom prst="roundRect">
            <a:avLst>
              <a:gd name="adj" fmla="val 925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84" name="Image 11" descr="the USA fla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2928" y="8110728"/>
            <a:ext cx="822960" cy="548640"/>
          </a:xfrm>
          <a:prstGeom prst="rect">
            <a:avLst/>
          </a:prstGeom>
        </p:spPr>
      </p:pic>
      <p:sp>
        <p:nvSpPr>
          <p:cNvPr id="85" name="Text 71"/>
          <p:cNvSpPr txBox="1"/>
          <p:nvPr/>
        </p:nvSpPr>
        <p:spPr>
          <a:xfrm>
            <a:off x="3749040" y="80650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</a:t>
            </a:r>
            <a:endParaRPr lang="en-US" sz="1100" dirty="0"/>
          </a:p>
        </p:txBody>
      </p:sp>
      <p:sp>
        <p:nvSpPr>
          <p:cNvPr id="86" name="Text 72"/>
          <p:cNvSpPr txBox="1"/>
          <p:nvPr/>
        </p:nvSpPr>
        <p:spPr>
          <a:xfrm>
            <a:off x="3703320" y="8321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American</a:t>
            </a:r>
            <a:endParaRPr lang="en-US" sz="1350" dirty="0"/>
          </a:p>
        </p:txBody>
      </p:sp>
      <p:sp>
        <p:nvSpPr>
          <p:cNvPr id="87" name="Box"/>
          <p:cNvSpPr/>
          <p:nvPr/>
        </p:nvSpPr>
        <p:spPr>
          <a:xfrm>
            <a:off x="4937760" y="7863840"/>
            <a:ext cx="2075688" cy="987552"/>
          </a:xfrm>
          <a:prstGeom prst="roundRect">
            <a:avLst>
              <a:gd name="adj" fmla="val 925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88" name="Image 12" descr="Canada fla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47488" y="8110728"/>
            <a:ext cx="822960" cy="548640"/>
          </a:xfrm>
          <a:prstGeom prst="rect">
            <a:avLst/>
          </a:prstGeom>
        </p:spPr>
      </p:pic>
      <p:sp>
        <p:nvSpPr>
          <p:cNvPr id="89" name="Text 74"/>
          <p:cNvSpPr txBox="1"/>
          <p:nvPr/>
        </p:nvSpPr>
        <p:spPr>
          <a:xfrm>
            <a:off x="5943600" y="80650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100" dirty="0"/>
          </a:p>
        </p:txBody>
      </p:sp>
      <p:sp>
        <p:nvSpPr>
          <p:cNvPr id="90" name="Text 75"/>
          <p:cNvSpPr txBox="1"/>
          <p:nvPr/>
        </p:nvSpPr>
        <p:spPr>
          <a:xfrm>
            <a:off x="5897880" y="8321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Canadian</a:t>
            </a:r>
            <a:endParaRPr lang="en-US" sz="1350" dirty="0"/>
          </a:p>
        </p:txBody>
      </p:sp>
      <p:sp>
        <p:nvSpPr>
          <p:cNvPr id="91" name="Box"/>
          <p:cNvSpPr/>
          <p:nvPr/>
        </p:nvSpPr>
        <p:spPr>
          <a:xfrm>
            <a:off x="548640" y="8961120"/>
            <a:ext cx="2075688" cy="987552"/>
          </a:xfrm>
          <a:prstGeom prst="roundRect">
            <a:avLst>
              <a:gd name="adj" fmla="val 925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92" name="Image 13" descr="England fla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" y="9208008"/>
            <a:ext cx="822960" cy="548640"/>
          </a:xfrm>
          <a:prstGeom prst="rect">
            <a:avLst/>
          </a:prstGeom>
        </p:spPr>
      </p:pic>
      <p:sp>
        <p:nvSpPr>
          <p:cNvPr id="93" name="Text 77"/>
          <p:cNvSpPr txBox="1"/>
          <p:nvPr/>
        </p:nvSpPr>
        <p:spPr>
          <a:xfrm>
            <a:off x="1554480" y="91622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</a:t>
            </a:r>
            <a:endParaRPr lang="en-US" sz="1100" dirty="0"/>
          </a:p>
        </p:txBody>
      </p:sp>
      <p:sp>
        <p:nvSpPr>
          <p:cNvPr id="94" name="Text 78"/>
          <p:cNvSpPr txBox="1"/>
          <p:nvPr/>
        </p:nvSpPr>
        <p:spPr>
          <a:xfrm>
            <a:off x="1508760" y="9418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English</a:t>
            </a:r>
            <a:endParaRPr lang="en-US" sz="1350" dirty="0"/>
          </a:p>
        </p:txBody>
      </p:sp>
      <p:sp>
        <p:nvSpPr>
          <p:cNvPr id="95" name="Box"/>
          <p:cNvSpPr/>
          <p:nvPr/>
        </p:nvSpPr>
        <p:spPr>
          <a:xfrm>
            <a:off x="2743200" y="8961120"/>
            <a:ext cx="2075688" cy="987552"/>
          </a:xfrm>
          <a:prstGeom prst="roundRect">
            <a:avLst>
              <a:gd name="adj" fmla="val 925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96" name="Image 14" descr="Portugal fla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52928" y="9208008"/>
            <a:ext cx="822960" cy="548640"/>
          </a:xfrm>
          <a:prstGeom prst="rect">
            <a:avLst/>
          </a:prstGeom>
        </p:spPr>
      </p:pic>
      <p:sp>
        <p:nvSpPr>
          <p:cNvPr id="97" name="Text 80"/>
          <p:cNvSpPr txBox="1"/>
          <p:nvPr/>
        </p:nvSpPr>
        <p:spPr>
          <a:xfrm>
            <a:off x="3749040" y="91622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100" dirty="0"/>
          </a:p>
        </p:txBody>
      </p:sp>
      <p:sp>
        <p:nvSpPr>
          <p:cNvPr id="98" name="Text 81"/>
          <p:cNvSpPr txBox="1"/>
          <p:nvPr/>
        </p:nvSpPr>
        <p:spPr>
          <a:xfrm>
            <a:off x="3703320" y="9418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Portuguese</a:t>
            </a:r>
            <a:endParaRPr lang="en-US" sz="1350" dirty="0"/>
          </a:p>
        </p:txBody>
      </p:sp>
      <p:sp>
        <p:nvSpPr>
          <p:cNvPr id="99" name="Box"/>
          <p:cNvSpPr/>
          <p:nvPr/>
        </p:nvSpPr>
        <p:spPr>
          <a:xfrm>
            <a:off x="4937760" y="8961120"/>
            <a:ext cx="2075688" cy="987552"/>
          </a:xfrm>
          <a:prstGeom prst="roundRect">
            <a:avLst>
              <a:gd name="adj" fmla="val 925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00" name="Image 15" descr="Japan fla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7488" y="9208008"/>
            <a:ext cx="822960" cy="548640"/>
          </a:xfrm>
          <a:prstGeom prst="rect">
            <a:avLst/>
          </a:prstGeom>
        </p:spPr>
      </p:pic>
      <p:sp>
        <p:nvSpPr>
          <p:cNvPr id="101" name="Text 83"/>
          <p:cNvSpPr txBox="1"/>
          <p:nvPr/>
        </p:nvSpPr>
        <p:spPr>
          <a:xfrm>
            <a:off x="5943600" y="91622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100" dirty="0"/>
          </a:p>
        </p:txBody>
      </p:sp>
      <p:sp>
        <p:nvSpPr>
          <p:cNvPr id="102" name="Text 84"/>
          <p:cNvSpPr txBox="1"/>
          <p:nvPr/>
        </p:nvSpPr>
        <p:spPr>
          <a:xfrm>
            <a:off x="5897880" y="9418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Japanese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548640" y="411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96112" y="4114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411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7406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Jobs</a:t>
            </a:r>
            <a:endParaRPr lang="en-US" sz="2600" dirty="0"/>
          </a:p>
        </p:txBody>
      </p:sp>
      <p:sp>
        <p:nvSpPr>
          <p:cNvPr id="7" name="Pill"/>
          <p:cNvSpPr/>
          <p:nvPr/>
        </p:nvSpPr>
        <p:spPr>
          <a:xfrm>
            <a:off x="548640" y="12801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801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1.5</a:t>
            </a:r>
            <a:endParaRPr lang="en-US" sz="1200" dirty="0"/>
          </a:p>
        </p:txBody>
      </p:sp>
      <p:pic>
        <p:nvPicPr>
          <p:cNvPr id="9" name="Image 0" descr="A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44168"/>
            <a:ext cx="164592" cy="1645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1280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repeat.</a:t>
            </a:r>
            <a:endParaRPr lang="en-US" sz="1300" dirty="0"/>
          </a:p>
        </p:txBody>
      </p:sp>
      <p:sp>
        <p:nvSpPr>
          <p:cNvPr id="11" name="Box"/>
          <p:cNvSpPr/>
          <p:nvPr/>
        </p:nvSpPr>
        <p:spPr>
          <a:xfrm>
            <a:off x="548640" y="173736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914400" y="1847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teach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965960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professor(a)</a:t>
            </a:r>
            <a:endParaRPr lang="en-US" sz="1000" dirty="0"/>
          </a:p>
        </p:txBody>
      </p:sp>
      <p:sp>
        <p:nvSpPr>
          <p:cNvPr id="16" name="Box"/>
          <p:cNvSpPr/>
          <p:nvPr/>
        </p:nvSpPr>
        <p:spPr>
          <a:xfrm>
            <a:off x="1856232" y="173736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2221992" y="1847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stud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64" y="1965960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856232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856232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</a:t>
            </a:r>
            <a:endParaRPr lang="en-US" sz="1000" dirty="0"/>
          </a:p>
        </p:txBody>
      </p:sp>
      <p:sp>
        <p:nvSpPr>
          <p:cNvPr id="21" name="Box"/>
          <p:cNvSpPr/>
          <p:nvPr/>
        </p:nvSpPr>
        <p:spPr>
          <a:xfrm>
            <a:off x="3163824" y="173736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3529584" y="1847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doc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1965960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163824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3163824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médico(a)</a:t>
            </a:r>
            <a:endParaRPr lang="en-US" sz="1000" dirty="0"/>
          </a:p>
        </p:txBody>
      </p:sp>
      <p:sp>
        <p:nvSpPr>
          <p:cNvPr id="26" name="Box"/>
          <p:cNvSpPr/>
          <p:nvPr/>
        </p:nvSpPr>
        <p:spPr>
          <a:xfrm>
            <a:off x="4471416" y="173736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7" name="Badge"/>
          <p:cNvSpPr/>
          <p:nvPr/>
        </p:nvSpPr>
        <p:spPr>
          <a:xfrm>
            <a:off x="4837176" y="1847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4" descr="engine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965960"/>
            <a:ext cx="265176" cy="26517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471416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4471416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engenheiro(a)</a:t>
            </a:r>
            <a:endParaRPr lang="en-US" sz="1000" dirty="0"/>
          </a:p>
        </p:txBody>
      </p:sp>
      <p:sp>
        <p:nvSpPr>
          <p:cNvPr id="31" name="Box"/>
          <p:cNvSpPr/>
          <p:nvPr/>
        </p:nvSpPr>
        <p:spPr>
          <a:xfrm>
            <a:off x="5779008" y="1737360"/>
            <a:ext cx="1234440" cy="1371600"/>
          </a:xfrm>
          <a:prstGeom prst="roundRect">
            <a:avLst>
              <a:gd name="adj" fmla="val 7407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6144768" y="1847088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5" descr="manag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965960"/>
            <a:ext cx="265176" cy="26517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779008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5779008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endParaRPr lang="en-US" sz="1000" dirty="0"/>
          </a:p>
        </p:txBody>
      </p:sp>
      <p:sp>
        <p:nvSpPr>
          <p:cNvPr id="36" name="Exercise letter"/>
          <p:cNvSpPr/>
          <p:nvPr/>
        </p:nvSpPr>
        <p:spPr>
          <a:xfrm>
            <a:off x="548640" y="3383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54864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960120" y="3364992"/>
            <a:ext cx="6007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pictures. Write the jobs.</a:t>
            </a:r>
            <a:endParaRPr lang="en-US" sz="1500" dirty="0"/>
          </a:p>
        </p:txBody>
      </p:sp>
      <p:sp>
        <p:nvSpPr>
          <p:cNvPr id="39" name="Badge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E2F7EE"/>
          </a:solidFill>
          <a:ln w="12700">
            <a:solidFill>
              <a:srgbClr val="E2F7EE"/>
            </a:solidFill>
            <a:prstDash val="solid"/>
          </a:ln>
        </p:spPr>
      </p:sp>
      <p:pic>
        <p:nvPicPr>
          <p:cNvPr id="40" name="Image 6" descr="Job picture 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3959352"/>
            <a:ext cx="265176" cy="265176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143000" y="38404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1463040" y="4251960"/>
            <a:ext cx="21031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3" name="Badge"/>
          <p:cNvSpPr/>
          <p:nvPr/>
        </p:nvSpPr>
        <p:spPr>
          <a:xfrm>
            <a:off x="3840480" y="3840480"/>
            <a:ext cx="502920" cy="502920"/>
          </a:xfrm>
          <a:prstGeom prst="ellipse">
            <a:avLst/>
          </a:prstGeom>
          <a:solidFill>
            <a:srgbClr val="FFF4BF"/>
          </a:solidFill>
          <a:ln w="12700">
            <a:solidFill>
              <a:srgbClr val="FFF4BF"/>
            </a:solidFill>
            <a:prstDash val="solid"/>
          </a:ln>
        </p:spPr>
      </p:sp>
      <p:pic>
        <p:nvPicPr>
          <p:cNvPr id="44" name="Image 7" descr="Job picture 2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9352" y="3959352"/>
            <a:ext cx="265176" cy="265176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4434840" y="38404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4754880" y="4251960"/>
            <a:ext cx="21031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7" name="Badge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EFEAFE"/>
          </a:solidFill>
          <a:ln w="12700">
            <a:solidFill>
              <a:srgbClr val="EFEAFE"/>
            </a:solidFill>
            <a:prstDash val="solid"/>
          </a:ln>
        </p:spPr>
      </p:sp>
      <p:pic>
        <p:nvPicPr>
          <p:cNvPr id="48" name="Image 8" descr="Job picture 3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" y="4690872"/>
            <a:ext cx="265176" cy="265176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143000" y="45720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Shape 39"/>
          <p:cNvSpPr/>
          <p:nvPr/>
        </p:nvSpPr>
        <p:spPr>
          <a:xfrm>
            <a:off x="1463040" y="4983480"/>
            <a:ext cx="21031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51" name="Badge"/>
          <p:cNvSpPr/>
          <p:nvPr/>
        </p:nvSpPr>
        <p:spPr>
          <a:xfrm>
            <a:off x="3840480" y="4572000"/>
            <a:ext cx="502920" cy="502920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pic>
        <p:nvPicPr>
          <p:cNvPr id="52" name="Image 9" descr="Job picture 4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9352" y="4690872"/>
            <a:ext cx="265176" cy="265176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4434840" y="45720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4" name="Shape 42"/>
          <p:cNvSpPr/>
          <p:nvPr/>
        </p:nvSpPr>
        <p:spPr>
          <a:xfrm>
            <a:off x="4754880" y="4983480"/>
            <a:ext cx="210312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55" name="Box"/>
          <p:cNvSpPr/>
          <p:nvPr/>
        </p:nvSpPr>
        <p:spPr>
          <a:xfrm>
            <a:off x="548640" y="5349240"/>
            <a:ext cx="6464808" cy="411480"/>
          </a:xfrm>
          <a:prstGeom prst="roundRect">
            <a:avLst>
              <a:gd name="adj" fmla="val 22222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731520" y="53492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nationalities start with a capital letter: </a:t>
            </a:r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57" name="Section number"/>
          <p:cNvSpPr/>
          <p:nvPr/>
        </p:nvSpPr>
        <p:spPr>
          <a:xfrm>
            <a:off x="548640" y="608076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58" name="Text 46"/>
          <p:cNvSpPr txBox="1"/>
          <p:nvPr/>
        </p:nvSpPr>
        <p:spPr>
          <a:xfrm>
            <a:off x="548640" y="60807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9" name="Section tab"/>
          <p:cNvSpPr/>
          <p:nvPr/>
        </p:nvSpPr>
        <p:spPr>
          <a:xfrm>
            <a:off x="896112" y="608076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896112" y="6080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61" name="Title"/>
          <p:cNvSpPr txBox="1"/>
          <p:nvPr/>
        </p:nvSpPr>
        <p:spPr>
          <a:xfrm>
            <a:off x="548640" y="640994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alphabet</a:t>
            </a:r>
            <a:endParaRPr lang="en-US" sz="2600" dirty="0"/>
          </a:p>
        </p:txBody>
      </p:sp>
      <p:sp>
        <p:nvSpPr>
          <p:cNvPr id="62" name="Pill"/>
          <p:cNvSpPr/>
          <p:nvPr/>
        </p:nvSpPr>
        <p:spPr>
          <a:xfrm>
            <a:off x="548640" y="69494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63" name="Text 51"/>
          <p:cNvSpPr txBox="1"/>
          <p:nvPr/>
        </p:nvSpPr>
        <p:spPr>
          <a:xfrm>
            <a:off x="548640" y="69494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1.6</a:t>
            </a:r>
            <a:endParaRPr lang="en-US" sz="1200" dirty="0"/>
          </a:p>
        </p:txBody>
      </p:sp>
      <p:pic>
        <p:nvPicPr>
          <p:cNvPr id="64" name="Image 10" descr="Audi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6" y="7013448"/>
            <a:ext cx="164592" cy="164592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1554480" y="6949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repeat. Vowels (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 I O U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are in yellow.</a:t>
            </a:r>
            <a:endParaRPr lang="en-US" sz="1300" dirty="0"/>
          </a:p>
        </p:txBody>
      </p:sp>
      <p:sp>
        <p:nvSpPr>
          <p:cNvPr id="66" name="Letter"/>
          <p:cNvSpPr/>
          <p:nvPr/>
        </p:nvSpPr>
        <p:spPr>
          <a:xfrm>
            <a:off x="548640" y="7360920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67" name="Text 54"/>
          <p:cNvSpPr txBox="1"/>
          <p:nvPr/>
        </p:nvSpPr>
        <p:spPr>
          <a:xfrm>
            <a:off x="548640" y="7397496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</a:t>
            </a:r>
            <a:endParaRPr lang="en-US" sz="2400" dirty="0"/>
          </a:p>
        </p:txBody>
      </p:sp>
      <p:sp>
        <p:nvSpPr>
          <p:cNvPr id="68" name="Text 55"/>
          <p:cNvSpPr txBox="1"/>
          <p:nvPr/>
        </p:nvSpPr>
        <p:spPr>
          <a:xfrm>
            <a:off x="548640" y="7836408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êi</a:t>
            </a:r>
            <a:endParaRPr lang="en-US" sz="1000" dirty="0"/>
          </a:p>
        </p:txBody>
      </p:sp>
      <p:sp>
        <p:nvSpPr>
          <p:cNvPr id="69" name="Letter"/>
          <p:cNvSpPr/>
          <p:nvPr/>
        </p:nvSpPr>
        <p:spPr>
          <a:xfrm>
            <a:off x="1271016" y="7360920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0" name="Text 57"/>
          <p:cNvSpPr txBox="1"/>
          <p:nvPr/>
        </p:nvSpPr>
        <p:spPr>
          <a:xfrm>
            <a:off x="1271016" y="7397496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</a:t>
            </a:r>
            <a:endParaRPr lang="en-US" sz="2400" dirty="0"/>
          </a:p>
        </p:txBody>
      </p:sp>
      <p:sp>
        <p:nvSpPr>
          <p:cNvPr id="71" name="Text 58"/>
          <p:cNvSpPr txBox="1"/>
          <p:nvPr/>
        </p:nvSpPr>
        <p:spPr>
          <a:xfrm>
            <a:off x="1271016" y="7836408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000" dirty="0"/>
          </a:p>
        </p:txBody>
      </p:sp>
      <p:sp>
        <p:nvSpPr>
          <p:cNvPr id="72" name="Letter"/>
          <p:cNvSpPr/>
          <p:nvPr/>
        </p:nvSpPr>
        <p:spPr>
          <a:xfrm>
            <a:off x="1993392" y="7360920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3" name="Text 60"/>
          <p:cNvSpPr txBox="1"/>
          <p:nvPr/>
        </p:nvSpPr>
        <p:spPr>
          <a:xfrm>
            <a:off x="1993392" y="7397496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</a:t>
            </a:r>
            <a:endParaRPr lang="en-US" sz="2400" dirty="0"/>
          </a:p>
        </p:txBody>
      </p:sp>
      <p:sp>
        <p:nvSpPr>
          <p:cNvPr id="74" name="Text 61"/>
          <p:cNvSpPr txBox="1"/>
          <p:nvPr/>
        </p:nvSpPr>
        <p:spPr>
          <a:xfrm>
            <a:off x="1993392" y="7836408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000" dirty="0"/>
          </a:p>
        </p:txBody>
      </p:sp>
      <p:sp>
        <p:nvSpPr>
          <p:cNvPr id="75" name="Letter"/>
          <p:cNvSpPr/>
          <p:nvPr/>
        </p:nvSpPr>
        <p:spPr>
          <a:xfrm>
            <a:off x="2715768" y="7360920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6" name="Text 63"/>
          <p:cNvSpPr txBox="1"/>
          <p:nvPr/>
        </p:nvSpPr>
        <p:spPr>
          <a:xfrm>
            <a:off x="2715768" y="7397496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</a:t>
            </a:r>
            <a:endParaRPr lang="en-US" sz="2400" dirty="0"/>
          </a:p>
        </p:txBody>
      </p:sp>
      <p:sp>
        <p:nvSpPr>
          <p:cNvPr id="77" name="Text 64"/>
          <p:cNvSpPr txBox="1"/>
          <p:nvPr/>
        </p:nvSpPr>
        <p:spPr>
          <a:xfrm>
            <a:off x="2715768" y="7836408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endParaRPr lang="en-US" sz="1000" dirty="0"/>
          </a:p>
        </p:txBody>
      </p:sp>
      <p:sp>
        <p:nvSpPr>
          <p:cNvPr id="78" name="Letter"/>
          <p:cNvSpPr/>
          <p:nvPr/>
        </p:nvSpPr>
        <p:spPr>
          <a:xfrm>
            <a:off x="3438144" y="7360920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79" name="Text 66"/>
          <p:cNvSpPr txBox="1"/>
          <p:nvPr/>
        </p:nvSpPr>
        <p:spPr>
          <a:xfrm>
            <a:off x="3438144" y="7397496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</a:t>
            </a:r>
            <a:endParaRPr lang="en-US" sz="2400" dirty="0"/>
          </a:p>
        </p:txBody>
      </p:sp>
      <p:sp>
        <p:nvSpPr>
          <p:cNvPr id="80" name="Text 67"/>
          <p:cNvSpPr txBox="1"/>
          <p:nvPr/>
        </p:nvSpPr>
        <p:spPr>
          <a:xfrm>
            <a:off x="3438144" y="7836408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81" name="Letter"/>
          <p:cNvSpPr/>
          <p:nvPr/>
        </p:nvSpPr>
        <p:spPr>
          <a:xfrm>
            <a:off x="4160520" y="7360920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2" name="Text 69"/>
          <p:cNvSpPr txBox="1"/>
          <p:nvPr/>
        </p:nvSpPr>
        <p:spPr>
          <a:xfrm>
            <a:off x="4160520" y="7397496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</a:t>
            </a:r>
            <a:endParaRPr lang="en-US" sz="2400" dirty="0"/>
          </a:p>
        </p:txBody>
      </p:sp>
      <p:sp>
        <p:nvSpPr>
          <p:cNvPr id="83" name="Text 70"/>
          <p:cNvSpPr txBox="1"/>
          <p:nvPr/>
        </p:nvSpPr>
        <p:spPr>
          <a:xfrm>
            <a:off x="4160520" y="7836408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éf</a:t>
            </a:r>
            <a:endParaRPr lang="en-US" sz="1000" dirty="0"/>
          </a:p>
        </p:txBody>
      </p:sp>
      <p:sp>
        <p:nvSpPr>
          <p:cNvPr id="84" name="Letter"/>
          <p:cNvSpPr/>
          <p:nvPr/>
        </p:nvSpPr>
        <p:spPr>
          <a:xfrm>
            <a:off x="4882896" y="7360920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5" name="Text 72"/>
          <p:cNvSpPr txBox="1"/>
          <p:nvPr/>
        </p:nvSpPr>
        <p:spPr>
          <a:xfrm>
            <a:off x="4882896" y="7397496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</a:t>
            </a:r>
            <a:endParaRPr lang="en-US" sz="2400" dirty="0"/>
          </a:p>
        </p:txBody>
      </p:sp>
      <p:sp>
        <p:nvSpPr>
          <p:cNvPr id="86" name="Text 73"/>
          <p:cNvSpPr txBox="1"/>
          <p:nvPr/>
        </p:nvSpPr>
        <p:spPr>
          <a:xfrm>
            <a:off x="4882896" y="7836408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djí</a:t>
            </a:r>
            <a:endParaRPr lang="en-US" sz="1000" dirty="0"/>
          </a:p>
        </p:txBody>
      </p:sp>
      <p:sp>
        <p:nvSpPr>
          <p:cNvPr id="87" name="Letter"/>
          <p:cNvSpPr/>
          <p:nvPr/>
        </p:nvSpPr>
        <p:spPr>
          <a:xfrm>
            <a:off x="5605272" y="7360920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8" name="Text 75"/>
          <p:cNvSpPr txBox="1"/>
          <p:nvPr/>
        </p:nvSpPr>
        <p:spPr>
          <a:xfrm>
            <a:off x="5605272" y="7397496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</a:t>
            </a:r>
            <a:endParaRPr lang="en-US" sz="2400" dirty="0"/>
          </a:p>
        </p:txBody>
      </p:sp>
      <p:sp>
        <p:nvSpPr>
          <p:cNvPr id="89" name="Text 76"/>
          <p:cNvSpPr txBox="1"/>
          <p:nvPr/>
        </p:nvSpPr>
        <p:spPr>
          <a:xfrm>
            <a:off x="5605272" y="7836408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êitch</a:t>
            </a:r>
            <a:endParaRPr lang="en-US" sz="1000" dirty="0"/>
          </a:p>
        </p:txBody>
      </p:sp>
      <p:sp>
        <p:nvSpPr>
          <p:cNvPr id="90" name="Letter"/>
          <p:cNvSpPr/>
          <p:nvPr/>
        </p:nvSpPr>
        <p:spPr>
          <a:xfrm>
            <a:off x="6327648" y="7360920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91" name="Text 78"/>
          <p:cNvSpPr txBox="1"/>
          <p:nvPr/>
        </p:nvSpPr>
        <p:spPr>
          <a:xfrm>
            <a:off x="6327648" y="7397496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</a:t>
            </a:r>
            <a:endParaRPr lang="en-US" sz="2400" dirty="0"/>
          </a:p>
        </p:txBody>
      </p:sp>
      <p:sp>
        <p:nvSpPr>
          <p:cNvPr id="92" name="Text 79"/>
          <p:cNvSpPr txBox="1"/>
          <p:nvPr/>
        </p:nvSpPr>
        <p:spPr>
          <a:xfrm>
            <a:off x="6327648" y="7836408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93" name="Letter"/>
          <p:cNvSpPr/>
          <p:nvPr/>
        </p:nvSpPr>
        <p:spPr>
          <a:xfrm>
            <a:off x="548640" y="8147304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94" name="Text 81"/>
          <p:cNvSpPr txBox="1"/>
          <p:nvPr/>
        </p:nvSpPr>
        <p:spPr>
          <a:xfrm>
            <a:off x="548640" y="8183880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</a:t>
            </a:r>
            <a:endParaRPr lang="en-US" sz="2400" dirty="0"/>
          </a:p>
        </p:txBody>
      </p:sp>
      <p:sp>
        <p:nvSpPr>
          <p:cNvPr id="95" name="Text 82"/>
          <p:cNvSpPr txBox="1"/>
          <p:nvPr/>
        </p:nvSpPr>
        <p:spPr>
          <a:xfrm>
            <a:off x="548640" y="8622792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djêi</a:t>
            </a:r>
            <a:endParaRPr lang="en-US" sz="1000" dirty="0"/>
          </a:p>
        </p:txBody>
      </p:sp>
      <p:sp>
        <p:nvSpPr>
          <p:cNvPr id="96" name="Letter"/>
          <p:cNvSpPr/>
          <p:nvPr/>
        </p:nvSpPr>
        <p:spPr>
          <a:xfrm>
            <a:off x="1271016" y="8147304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97" name="Text 84"/>
          <p:cNvSpPr txBox="1"/>
          <p:nvPr/>
        </p:nvSpPr>
        <p:spPr>
          <a:xfrm>
            <a:off x="1271016" y="8183880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</a:t>
            </a:r>
            <a:endParaRPr lang="en-US" sz="2400" dirty="0"/>
          </a:p>
        </p:txBody>
      </p:sp>
      <p:sp>
        <p:nvSpPr>
          <p:cNvPr id="98" name="Text 85"/>
          <p:cNvSpPr txBox="1"/>
          <p:nvPr/>
        </p:nvSpPr>
        <p:spPr>
          <a:xfrm>
            <a:off x="1271016" y="8622792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kêi</a:t>
            </a:r>
            <a:endParaRPr lang="en-US" sz="1000" dirty="0"/>
          </a:p>
        </p:txBody>
      </p:sp>
      <p:sp>
        <p:nvSpPr>
          <p:cNvPr id="99" name="Letter"/>
          <p:cNvSpPr/>
          <p:nvPr/>
        </p:nvSpPr>
        <p:spPr>
          <a:xfrm>
            <a:off x="1993392" y="8147304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00" name="Text 87"/>
          <p:cNvSpPr txBox="1"/>
          <p:nvPr/>
        </p:nvSpPr>
        <p:spPr>
          <a:xfrm>
            <a:off x="1993392" y="8183880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</a:t>
            </a:r>
            <a:endParaRPr lang="en-US" sz="2400" dirty="0"/>
          </a:p>
        </p:txBody>
      </p:sp>
      <p:sp>
        <p:nvSpPr>
          <p:cNvPr id="101" name="Text 88"/>
          <p:cNvSpPr txBox="1"/>
          <p:nvPr/>
        </p:nvSpPr>
        <p:spPr>
          <a:xfrm>
            <a:off x="1993392" y="8622792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</a:t>
            </a:r>
            <a:endParaRPr lang="en-US" sz="1000" dirty="0"/>
          </a:p>
        </p:txBody>
      </p:sp>
      <p:sp>
        <p:nvSpPr>
          <p:cNvPr id="102" name="Letter"/>
          <p:cNvSpPr/>
          <p:nvPr/>
        </p:nvSpPr>
        <p:spPr>
          <a:xfrm>
            <a:off x="2715768" y="8147304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03" name="Text 90"/>
          <p:cNvSpPr txBox="1"/>
          <p:nvPr/>
        </p:nvSpPr>
        <p:spPr>
          <a:xfrm>
            <a:off x="2715768" y="8183880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</a:t>
            </a:r>
            <a:endParaRPr lang="en-US" sz="2400" dirty="0"/>
          </a:p>
        </p:txBody>
      </p:sp>
      <p:sp>
        <p:nvSpPr>
          <p:cNvPr id="104" name="Text 91"/>
          <p:cNvSpPr txBox="1"/>
          <p:nvPr/>
        </p:nvSpPr>
        <p:spPr>
          <a:xfrm>
            <a:off x="2715768" y="8622792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</a:t>
            </a:r>
            <a:endParaRPr lang="en-US" sz="1000" dirty="0"/>
          </a:p>
        </p:txBody>
      </p:sp>
      <p:sp>
        <p:nvSpPr>
          <p:cNvPr id="105" name="Letter"/>
          <p:cNvSpPr/>
          <p:nvPr/>
        </p:nvSpPr>
        <p:spPr>
          <a:xfrm>
            <a:off x="3438144" y="8147304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06" name="Text 93"/>
          <p:cNvSpPr txBox="1"/>
          <p:nvPr/>
        </p:nvSpPr>
        <p:spPr>
          <a:xfrm>
            <a:off x="3438144" y="8183880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</a:t>
            </a:r>
            <a:endParaRPr lang="en-US" sz="2400" dirty="0"/>
          </a:p>
        </p:txBody>
      </p:sp>
      <p:sp>
        <p:nvSpPr>
          <p:cNvPr id="107" name="Text 94"/>
          <p:cNvSpPr txBox="1"/>
          <p:nvPr/>
        </p:nvSpPr>
        <p:spPr>
          <a:xfrm>
            <a:off x="3438144" y="8622792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</a:t>
            </a:r>
            <a:endParaRPr lang="en-US" sz="1000" dirty="0"/>
          </a:p>
        </p:txBody>
      </p:sp>
      <p:sp>
        <p:nvSpPr>
          <p:cNvPr id="108" name="Letter"/>
          <p:cNvSpPr/>
          <p:nvPr/>
        </p:nvSpPr>
        <p:spPr>
          <a:xfrm>
            <a:off x="4160520" y="8147304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109" name="Text 96"/>
          <p:cNvSpPr txBox="1"/>
          <p:nvPr/>
        </p:nvSpPr>
        <p:spPr>
          <a:xfrm>
            <a:off x="4160520" y="8183880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</a:t>
            </a:r>
            <a:endParaRPr lang="en-US" sz="2400" dirty="0"/>
          </a:p>
        </p:txBody>
      </p:sp>
      <p:sp>
        <p:nvSpPr>
          <p:cNvPr id="110" name="Text 97"/>
          <p:cNvSpPr txBox="1"/>
          <p:nvPr/>
        </p:nvSpPr>
        <p:spPr>
          <a:xfrm>
            <a:off x="4160520" y="8622792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ôu</a:t>
            </a:r>
            <a:endParaRPr lang="en-US" sz="1000" dirty="0"/>
          </a:p>
        </p:txBody>
      </p:sp>
      <p:sp>
        <p:nvSpPr>
          <p:cNvPr id="111" name="Letter"/>
          <p:cNvSpPr/>
          <p:nvPr/>
        </p:nvSpPr>
        <p:spPr>
          <a:xfrm>
            <a:off x="4882896" y="8147304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12" name="Text 99"/>
          <p:cNvSpPr txBox="1"/>
          <p:nvPr/>
        </p:nvSpPr>
        <p:spPr>
          <a:xfrm>
            <a:off x="4882896" y="8183880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</a:t>
            </a:r>
            <a:endParaRPr lang="en-US" sz="2400" dirty="0"/>
          </a:p>
        </p:txBody>
      </p:sp>
      <p:sp>
        <p:nvSpPr>
          <p:cNvPr id="113" name="Text 100"/>
          <p:cNvSpPr txBox="1"/>
          <p:nvPr/>
        </p:nvSpPr>
        <p:spPr>
          <a:xfrm>
            <a:off x="4882896" y="8622792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000" dirty="0"/>
          </a:p>
        </p:txBody>
      </p:sp>
      <p:sp>
        <p:nvSpPr>
          <p:cNvPr id="114" name="Letter"/>
          <p:cNvSpPr/>
          <p:nvPr/>
        </p:nvSpPr>
        <p:spPr>
          <a:xfrm>
            <a:off x="5605272" y="8147304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15" name="Text 102"/>
          <p:cNvSpPr txBox="1"/>
          <p:nvPr/>
        </p:nvSpPr>
        <p:spPr>
          <a:xfrm>
            <a:off x="5605272" y="8183880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</a:t>
            </a:r>
            <a:endParaRPr lang="en-US" sz="2400" dirty="0"/>
          </a:p>
        </p:txBody>
      </p:sp>
      <p:sp>
        <p:nvSpPr>
          <p:cNvPr id="116" name="Text 103"/>
          <p:cNvSpPr txBox="1"/>
          <p:nvPr/>
        </p:nvSpPr>
        <p:spPr>
          <a:xfrm>
            <a:off x="5605272" y="8622792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kiú</a:t>
            </a:r>
            <a:endParaRPr lang="en-US" sz="1000" dirty="0"/>
          </a:p>
        </p:txBody>
      </p:sp>
      <p:sp>
        <p:nvSpPr>
          <p:cNvPr id="117" name="Letter"/>
          <p:cNvSpPr/>
          <p:nvPr/>
        </p:nvSpPr>
        <p:spPr>
          <a:xfrm>
            <a:off x="6327648" y="8147304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18" name="Text 105"/>
          <p:cNvSpPr txBox="1"/>
          <p:nvPr/>
        </p:nvSpPr>
        <p:spPr>
          <a:xfrm>
            <a:off x="6327648" y="8183880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</a:t>
            </a:r>
            <a:endParaRPr lang="en-US" sz="2400" dirty="0"/>
          </a:p>
        </p:txBody>
      </p:sp>
      <p:sp>
        <p:nvSpPr>
          <p:cNvPr id="119" name="Text 106"/>
          <p:cNvSpPr txBox="1"/>
          <p:nvPr/>
        </p:nvSpPr>
        <p:spPr>
          <a:xfrm>
            <a:off x="6327648" y="8622792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000" dirty="0"/>
          </a:p>
        </p:txBody>
      </p:sp>
      <p:sp>
        <p:nvSpPr>
          <p:cNvPr id="120" name="Letter"/>
          <p:cNvSpPr/>
          <p:nvPr/>
        </p:nvSpPr>
        <p:spPr>
          <a:xfrm>
            <a:off x="548640" y="8933688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1" name="Text 108"/>
          <p:cNvSpPr txBox="1"/>
          <p:nvPr/>
        </p:nvSpPr>
        <p:spPr>
          <a:xfrm>
            <a:off x="548640" y="8970264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</a:t>
            </a:r>
            <a:endParaRPr lang="en-US" sz="2400" dirty="0"/>
          </a:p>
        </p:txBody>
      </p:sp>
      <p:sp>
        <p:nvSpPr>
          <p:cNvPr id="122" name="Text 109"/>
          <p:cNvSpPr txBox="1"/>
          <p:nvPr/>
        </p:nvSpPr>
        <p:spPr>
          <a:xfrm>
            <a:off x="548640" y="940917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endParaRPr lang="en-US" sz="1000" dirty="0"/>
          </a:p>
        </p:txBody>
      </p:sp>
      <p:sp>
        <p:nvSpPr>
          <p:cNvPr id="123" name="Letter"/>
          <p:cNvSpPr/>
          <p:nvPr/>
        </p:nvSpPr>
        <p:spPr>
          <a:xfrm>
            <a:off x="1271016" y="8933688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24" name="Text 111"/>
          <p:cNvSpPr txBox="1"/>
          <p:nvPr/>
        </p:nvSpPr>
        <p:spPr>
          <a:xfrm>
            <a:off x="1271016" y="8970264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</a:t>
            </a:r>
            <a:endParaRPr lang="en-US" sz="2400" dirty="0"/>
          </a:p>
        </p:txBody>
      </p:sp>
      <p:sp>
        <p:nvSpPr>
          <p:cNvPr id="125" name="Text 112"/>
          <p:cNvSpPr txBox="1"/>
          <p:nvPr/>
        </p:nvSpPr>
        <p:spPr>
          <a:xfrm>
            <a:off x="1271016" y="940917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1000" dirty="0"/>
          </a:p>
        </p:txBody>
      </p:sp>
      <p:sp>
        <p:nvSpPr>
          <p:cNvPr id="126" name="Letter"/>
          <p:cNvSpPr/>
          <p:nvPr/>
        </p:nvSpPr>
        <p:spPr>
          <a:xfrm>
            <a:off x="1993392" y="8933688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127" name="Text 114"/>
          <p:cNvSpPr txBox="1"/>
          <p:nvPr/>
        </p:nvSpPr>
        <p:spPr>
          <a:xfrm>
            <a:off x="1993392" y="8970264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</a:t>
            </a:r>
            <a:endParaRPr lang="en-US" sz="2400" dirty="0"/>
          </a:p>
        </p:txBody>
      </p:sp>
      <p:sp>
        <p:nvSpPr>
          <p:cNvPr id="128" name="Text 115"/>
          <p:cNvSpPr txBox="1"/>
          <p:nvPr/>
        </p:nvSpPr>
        <p:spPr>
          <a:xfrm>
            <a:off x="1993392" y="940917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iú</a:t>
            </a:r>
            <a:endParaRPr lang="en-US" sz="1000" dirty="0"/>
          </a:p>
        </p:txBody>
      </p:sp>
      <p:sp>
        <p:nvSpPr>
          <p:cNvPr id="129" name="Letter"/>
          <p:cNvSpPr/>
          <p:nvPr/>
        </p:nvSpPr>
        <p:spPr>
          <a:xfrm>
            <a:off x="2715768" y="8933688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0" name="Text 117"/>
          <p:cNvSpPr txBox="1"/>
          <p:nvPr/>
        </p:nvSpPr>
        <p:spPr>
          <a:xfrm>
            <a:off x="2715768" y="8970264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</a:t>
            </a:r>
            <a:endParaRPr lang="en-US" sz="2400" dirty="0"/>
          </a:p>
        </p:txBody>
      </p:sp>
      <p:sp>
        <p:nvSpPr>
          <p:cNvPr id="131" name="Text 118"/>
          <p:cNvSpPr txBox="1"/>
          <p:nvPr/>
        </p:nvSpPr>
        <p:spPr>
          <a:xfrm>
            <a:off x="2715768" y="940917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1000" dirty="0"/>
          </a:p>
        </p:txBody>
      </p:sp>
      <p:sp>
        <p:nvSpPr>
          <p:cNvPr id="132" name="Letter"/>
          <p:cNvSpPr/>
          <p:nvPr/>
        </p:nvSpPr>
        <p:spPr>
          <a:xfrm>
            <a:off x="3438144" y="8933688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3" name="Text 120"/>
          <p:cNvSpPr txBox="1"/>
          <p:nvPr/>
        </p:nvSpPr>
        <p:spPr>
          <a:xfrm>
            <a:off x="3438144" y="8970264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</a:t>
            </a:r>
            <a:endParaRPr lang="en-US" sz="2400" dirty="0"/>
          </a:p>
        </p:txBody>
      </p:sp>
      <p:sp>
        <p:nvSpPr>
          <p:cNvPr id="134" name="Text 121"/>
          <p:cNvSpPr txBox="1"/>
          <p:nvPr/>
        </p:nvSpPr>
        <p:spPr>
          <a:xfrm>
            <a:off x="3438144" y="940917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dâbliu</a:t>
            </a:r>
            <a:endParaRPr lang="en-US" sz="1000" dirty="0"/>
          </a:p>
        </p:txBody>
      </p:sp>
      <p:sp>
        <p:nvSpPr>
          <p:cNvPr id="135" name="Letter"/>
          <p:cNvSpPr/>
          <p:nvPr/>
        </p:nvSpPr>
        <p:spPr>
          <a:xfrm>
            <a:off x="4160520" y="8933688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6" name="Text 123"/>
          <p:cNvSpPr txBox="1"/>
          <p:nvPr/>
        </p:nvSpPr>
        <p:spPr>
          <a:xfrm>
            <a:off x="4160520" y="8970264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X</a:t>
            </a:r>
            <a:endParaRPr lang="en-US" sz="2400" dirty="0"/>
          </a:p>
        </p:txBody>
      </p:sp>
      <p:sp>
        <p:nvSpPr>
          <p:cNvPr id="137" name="Text 124"/>
          <p:cNvSpPr txBox="1"/>
          <p:nvPr/>
        </p:nvSpPr>
        <p:spPr>
          <a:xfrm>
            <a:off x="4160520" y="940917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éks</a:t>
            </a:r>
            <a:endParaRPr lang="en-US" sz="1000" dirty="0"/>
          </a:p>
        </p:txBody>
      </p:sp>
      <p:sp>
        <p:nvSpPr>
          <p:cNvPr id="138" name="Letter"/>
          <p:cNvSpPr/>
          <p:nvPr/>
        </p:nvSpPr>
        <p:spPr>
          <a:xfrm>
            <a:off x="4882896" y="8933688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39" name="Text 126"/>
          <p:cNvSpPr txBox="1"/>
          <p:nvPr/>
        </p:nvSpPr>
        <p:spPr>
          <a:xfrm>
            <a:off x="4882896" y="8970264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</a:t>
            </a:r>
            <a:endParaRPr lang="en-US" sz="2400" dirty="0"/>
          </a:p>
        </p:txBody>
      </p:sp>
      <p:sp>
        <p:nvSpPr>
          <p:cNvPr id="140" name="Text 127"/>
          <p:cNvSpPr txBox="1"/>
          <p:nvPr/>
        </p:nvSpPr>
        <p:spPr>
          <a:xfrm>
            <a:off x="4882896" y="940917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uái</a:t>
            </a:r>
            <a:endParaRPr lang="en-US" sz="1000" dirty="0"/>
          </a:p>
        </p:txBody>
      </p:sp>
      <p:sp>
        <p:nvSpPr>
          <p:cNvPr id="141" name="Letter"/>
          <p:cNvSpPr/>
          <p:nvPr/>
        </p:nvSpPr>
        <p:spPr>
          <a:xfrm>
            <a:off x="5605272" y="8933688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42" name="Text 129"/>
          <p:cNvSpPr txBox="1"/>
          <p:nvPr/>
        </p:nvSpPr>
        <p:spPr>
          <a:xfrm>
            <a:off x="5605272" y="8970264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Z</a:t>
            </a:r>
            <a:endParaRPr lang="en-US" sz="2400" dirty="0"/>
          </a:p>
        </p:txBody>
      </p:sp>
      <p:sp>
        <p:nvSpPr>
          <p:cNvPr id="143" name="Text 130"/>
          <p:cNvSpPr txBox="1"/>
          <p:nvPr/>
        </p:nvSpPr>
        <p:spPr>
          <a:xfrm>
            <a:off x="5605272" y="9409176"/>
            <a:ext cx="667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</a:t>
            </a:r>
            <a:endParaRPr lang="en-US" sz="1000" dirty="0"/>
          </a:p>
        </p:txBody>
      </p:sp>
      <p:sp>
        <p:nvSpPr>
          <p:cNvPr id="144" name="Your turn"/>
          <p:cNvSpPr/>
          <p:nvPr/>
        </p:nvSpPr>
        <p:spPr>
          <a:xfrm>
            <a:off x="6327648" y="8933688"/>
            <a:ext cx="667512" cy="713232"/>
          </a:xfrm>
          <a:prstGeom prst="roundRect">
            <a:avLst>
              <a:gd name="adj" fmla="val 13699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145" name="Text 132"/>
          <p:cNvSpPr txBox="1"/>
          <p:nvPr/>
        </p:nvSpPr>
        <p:spPr>
          <a:xfrm>
            <a:off x="6327648" y="8933688"/>
            <a:ext cx="667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name?</a:t>
            </a:r>
            <a:endParaRPr lang="en-US" sz="1000" dirty="0"/>
          </a:p>
        </p:txBody>
      </p:sp>
      <p:sp>
        <p:nvSpPr>
          <p:cNvPr id="146" name="Box"/>
          <p:cNvSpPr/>
          <p:nvPr/>
        </p:nvSpPr>
        <p:spPr>
          <a:xfrm>
            <a:off x="548640" y="9738360"/>
            <a:ext cx="6464808" cy="411480"/>
          </a:xfrm>
          <a:prstGeom prst="roundRect">
            <a:avLst>
              <a:gd name="adj" fmla="val 22222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47" name="Text 134"/>
          <p:cNvSpPr txBox="1"/>
          <p:nvPr/>
        </p:nvSpPr>
        <p:spPr>
          <a:xfrm>
            <a:off x="731520" y="97383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spell your name?</a:t>
            </a:r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T-O-M</a:t>
            </a:r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A-N-A</a:t>
            </a:r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Y-U-K-I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548640" y="411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96112" y="4114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411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7406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Verb to be: I am, you are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verbo 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 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Grammar box"/>
          <p:cNvSpPr/>
          <p:nvPr/>
        </p:nvSpPr>
        <p:spPr>
          <a:xfrm>
            <a:off x="548640" y="1874520"/>
            <a:ext cx="6464808" cy="2057400"/>
          </a:xfrm>
          <a:prstGeom prst="roundRect">
            <a:avLst>
              <a:gd name="adj" fmla="val 4444"/>
            </a:avLst>
          </a:prstGeom>
          <a:solidFill>
            <a:srgbClr val="E6F3FF"/>
          </a:solidFill>
          <a:ln w="12700">
            <a:solidFill>
              <a:srgbClr val="B7D9F5"/>
            </a:solidFill>
            <a:prstDash val="solid"/>
          </a:ln>
        </p:spPr>
      </p:sp>
      <p:sp>
        <p:nvSpPr>
          <p:cNvPr id="9" name="Pill"/>
          <p:cNvSpPr/>
          <p:nvPr/>
        </p:nvSpPr>
        <p:spPr>
          <a:xfrm>
            <a:off x="685800" y="174650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7465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BOX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514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2514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514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514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Ana.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971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2971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2971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2971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Tom.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474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inglês, a frase sempre precisa de </a:t>
            </a:r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sujeito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“Sou professor” → </a:t>
            </a:r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teacher.</a:t>
            </a:r>
            <a:endParaRPr lang="en-US" sz="1250" dirty="0"/>
          </a:p>
        </p:txBody>
      </p:sp>
      <p:pic>
        <p:nvPicPr>
          <p:cNvPr id="24" name="Image 0" descr="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0"/>
            <a:ext cx="1097280" cy="1097280"/>
          </a:xfrm>
          <a:prstGeom prst="rect">
            <a:avLst/>
          </a:prstGeom>
        </p:spPr>
      </p:pic>
      <p:sp>
        <p:nvSpPr>
          <p:cNvPr id="25" name="Pill"/>
          <p:cNvSpPr/>
          <p:nvPr/>
        </p:nvSpPr>
        <p:spPr>
          <a:xfrm>
            <a:off x="1737360" y="434340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73736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Ana.</a:t>
            </a:r>
            <a:endParaRPr lang="en-US" sz="1800" dirty="0"/>
          </a:p>
        </p:txBody>
      </p:sp>
      <p:sp>
        <p:nvSpPr>
          <p:cNvPr id="27" name="Pill"/>
          <p:cNvSpPr/>
          <p:nvPr/>
        </p:nvSpPr>
        <p:spPr>
          <a:xfrm>
            <a:off x="3931920" y="434340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931920" y="4343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Tom.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3931920" y="43434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D5DC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931920" y="4343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Tom.</a:t>
            </a:r>
            <a:endParaRPr lang="en-US" sz="1800" dirty="0"/>
          </a:p>
        </p:txBody>
      </p:sp>
      <p:pic>
        <p:nvPicPr>
          <p:cNvPr id="31" name="Image 1" descr="T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4114800"/>
            <a:ext cx="1097280" cy="1097280"/>
          </a:xfrm>
          <a:prstGeom prst="rect">
            <a:avLst/>
          </a:prstGeom>
        </p:spPr>
      </p:pic>
      <p:sp>
        <p:nvSpPr>
          <p:cNvPr id="32" name="Tip box"/>
          <p:cNvSpPr/>
          <p:nvPr/>
        </p:nvSpPr>
        <p:spPr>
          <a:xfrm>
            <a:off x="548640" y="5577840"/>
            <a:ext cx="6464808" cy="731520"/>
          </a:xfrm>
          <a:prstGeom prst="roundRect">
            <a:avLst>
              <a:gd name="adj" fmla="val 12500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33" name="Pill"/>
          <p:cNvSpPr/>
          <p:nvPr/>
        </p:nvSpPr>
        <p:spPr>
          <a:xfrm>
            <a:off x="685800" y="544982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5800" y="5449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731520" y="5733288"/>
            <a:ext cx="6099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 txBox="1"/>
          <p:nvPr/>
        </p:nvSpPr>
        <p:spPr>
          <a:xfrm>
            <a:off x="731520" y="577900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</a:t>
            </a:r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 am     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</a:t>
            </a:r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you are      Na fala, usamos quase sempre a forma curta.</a:t>
            </a:r>
            <a:endParaRPr lang="en-US" sz="1300" dirty="0"/>
          </a:p>
        </p:txBody>
      </p:sp>
      <p:sp>
        <p:nvSpPr>
          <p:cNvPr id="37" name="Section number"/>
          <p:cNvSpPr/>
          <p:nvPr/>
        </p:nvSpPr>
        <p:spPr>
          <a:xfrm>
            <a:off x="548640" y="65836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65836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Section tab"/>
          <p:cNvSpPr/>
          <p:nvPr/>
        </p:nvSpPr>
        <p:spPr>
          <a:xfrm>
            <a:off x="896112" y="65836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96112" y="6583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100" dirty="0"/>
          </a:p>
        </p:txBody>
      </p:sp>
      <p:sp>
        <p:nvSpPr>
          <p:cNvPr id="41" name="Title"/>
          <p:cNvSpPr txBox="1"/>
          <p:nvPr/>
        </p:nvSpPr>
        <p:spPr>
          <a:xfrm>
            <a:off x="548640" y="69128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Negatives, questions &amp; short answers</a:t>
            </a:r>
            <a:endParaRPr lang="en-US" sz="2400" dirty="0"/>
          </a:p>
        </p:txBody>
      </p:sp>
      <p:sp>
        <p:nvSpPr>
          <p:cNvPr id="42" name="Box"/>
          <p:cNvSpPr/>
          <p:nvPr/>
        </p:nvSpPr>
        <p:spPr>
          <a:xfrm>
            <a:off x="548640" y="7452360"/>
            <a:ext cx="2075688" cy="1737360"/>
          </a:xfrm>
          <a:prstGeom prst="roundRect">
            <a:avLst>
              <a:gd name="adj" fmla="val 5263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3" name="Badge"/>
          <p:cNvSpPr/>
          <p:nvPr/>
        </p:nvSpPr>
        <p:spPr>
          <a:xfrm>
            <a:off x="658368" y="7562088"/>
            <a:ext cx="384048" cy="384048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58368" y="7562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5" name="Text 41"/>
          <p:cNvSpPr txBox="1"/>
          <p:nvPr/>
        </p:nvSpPr>
        <p:spPr>
          <a:xfrm>
            <a:off x="1143000" y="7562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Affirmative</a:t>
            </a:r>
            <a:endParaRPr lang="en-US" sz="1700" dirty="0"/>
          </a:p>
        </p:txBody>
      </p:sp>
      <p:sp>
        <p:nvSpPr>
          <p:cNvPr id="46" name="Text 42"/>
          <p:cNvSpPr txBox="1"/>
          <p:nvPr/>
        </p:nvSpPr>
        <p:spPr>
          <a:xfrm>
            <a:off x="685800" y="8092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from Brazil.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 student.</a:t>
            </a:r>
            <a:endParaRPr lang="en-US" sz="1300" dirty="0"/>
          </a:p>
        </p:txBody>
      </p:sp>
      <p:sp>
        <p:nvSpPr>
          <p:cNvPr id="47" name="Box"/>
          <p:cNvSpPr/>
          <p:nvPr/>
        </p:nvSpPr>
        <p:spPr>
          <a:xfrm>
            <a:off x="2743200" y="7452360"/>
            <a:ext cx="2075688" cy="1737360"/>
          </a:xfrm>
          <a:prstGeom prst="roundRect">
            <a:avLst>
              <a:gd name="adj" fmla="val 5263"/>
            </a:avLst>
          </a:prstGeom>
          <a:solidFill>
            <a:srgbClr val="FFF4B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8" name="Badge"/>
          <p:cNvSpPr/>
          <p:nvPr/>
        </p:nvSpPr>
        <p:spPr>
          <a:xfrm>
            <a:off x="2852928" y="7562088"/>
            <a:ext cx="384048" cy="384048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852928" y="7562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50" name="Text 46"/>
          <p:cNvSpPr txBox="1"/>
          <p:nvPr/>
        </p:nvSpPr>
        <p:spPr>
          <a:xfrm>
            <a:off x="3337560" y="7562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Negative</a:t>
            </a:r>
            <a:endParaRPr lang="en-US" sz="1700" dirty="0"/>
          </a:p>
        </p:txBody>
      </p:sp>
      <p:sp>
        <p:nvSpPr>
          <p:cNvPr id="51" name="Text 47"/>
          <p:cNvSpPr txBox="1"/>
          <p:nvPr/>
        </p:nvSpPr>
        <p:spPr>
          <a:xfrm>
            <a:off x="2880360" y="8092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Japan.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aren't</a:t>
            </a:r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doctor.</a:t>
            </a:r>
            <a:endParaRPr lang="en-US" sz="1300" dirty="0"/>
          </a:p>
        </p:txBody>
      </p:sp>
      <p:sp>
        <p:nvSpPr>
          <p:cNvPr id="52" name="Box"/>
          <p:cNvSpPr/>
          <p:nvPr/>
        </p:nvSpPr>
        <p:spPr>
          <a:xfrm>
            <a:off x="4937760" y="7452360"/>
            <a:ext cx="2075688" cy="1737360"/>
          </a:xfrm>
          <a:prstGeom prst="roundRect">
            <a:avLst>
              <a:gd name="adj" fmla="val 5263"/>
            </a:avLst>
          </a:prstGeom>
          <a:solidFill>
            <a:srgbClr val="E6F3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3" name="Badge"/>
          <p:cNvSpPr/>
          <p:nvPr/>
        </p:nvSpPr>
        <p:spPr>
          <a:xfrm>
            <a:off x="5047488" y="7562088"/>
            <a:ext cx="384048" cy="384048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5047488" y="7562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55" name="Text 51"/>
          <p:cNvSpPr txBox="1"/>
          <p:nvPr/>
        </p:nvSpPr>
        <p:spPr>
          <a:xfrm>
            <a:off x="5532120" y="7562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Question</a:t>
            </a:r>
            <a:endParaRPr lang="en-US" sz="1700" dirty="0"/>
          </a:p>
        </p:txBody>
      </p:sp>
      <p:sp>
        <p:nvSpPr>
          <p:cNvPr id="56" name="Text 52"/>
          <p:cNvSpPr txBox="1"/>
          <p:nvPr/>
        </p:nvSpPr>
        <p:spPr>
          <a:xfrm>
            <a:off x="5074920" y="80924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a student?
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from Canada?</a:t>
            </a:r>
            <a:endParaRPr lang="en-US" sz="1300" dirty="0"/>
          </a:p>
        </p:txBody>
      </p:sp>
      <p:sp>
        <p:nvSpPr>
          <p:cNvPr id="57" name="Box"/>
          <p:cNvSpPr/>
          <p:nvPr/>
        </p:nvSpPr>
        <p:spPr>
          <a:xfrm>
            <a:off x="548640" y="9326880"/>
            <a:ext cx="6464808" cy="731520"/>
          </a:xfrm>
          <a:prstGeom prst="roundRect">
            <a:avLst>
              <a:gd name="adj" fmla="val 12500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58" name="Pill"/>
          <p:cNvSpPr/>
          <p:nvPr/>
        </p:nvSpPr>
        <p:spPr>
          <a:xfrm>
            <a:off x="685800" y="919886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85800" y="9198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ANSWERS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731520" y="9555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 student?</a:t>
            </a:r>
            <a:endParaRPr lang="en-US" sz="1300" dirty="0"/>
          </a:p>
        </p:txBody>
      </p:sp>
      <p:sp>
        <p:nvSpPr>
          <p:cNvPr id="61" name="Answer"/>
          <p:cNvSpPr/>
          <p:nvPr/>
        </p:nvSpPr>
        <p:spPr>
          <a:xfrm>
            <a:off x="2834640" y="95554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7EE0B8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2834640" y="95554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</a:t>
            </a:r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pPr algn="ctr"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3" name="Answer"/>
          <p:cNvSpPr/>
          <p:nvPr/>
        </p:nvSpPr>
        <p:spPr>
          <a:xfrm>
            <a:off x="4846320" y="95554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5574B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4846320" y="95554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I'</a:t>
            </a:r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not</a:t>
            </a:r>
            <a:pPr algn="ctr"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548640" y="411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96112" y="4114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411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BRASIL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7406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Watch out for these mistakes</a:t>
            </a:r>
            <a:endParaRPr lang="en-US" sz="2600" dirty="0"/>
          </a:p>
        </p:txBody>
      </p:sp>
      <p:sp>
        <p:nvSpPr>
          <p:cNvPr id="7" name="Box"/>
          <p:cNvSpPr/>
          <p:nvPr/>
        </p:nvSpPr>
        <p:spPr>
          <a:xfrm>
            <a:off x="548640" y="1371600"/>
            <a:ext cx="646480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685800" y="1527048"/>
            <a:ext cx="438912" cy="438912"/>
          </a:xfrm>
          <a:prstGeom prst="ellipse">
            <a:avLst/>
          </a:prstGeom>
          <a:solidFill>
            <a:srgbClr val="FBE0DD"/>
          </a:solidFill>
          <a:ln w="12700">
            <a:solidFill>
              <a:srgbClr val="FBE0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5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37160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Ana.</a:t>
            </a:r>
            <a:endParaRPr lang="en-US" sz="1400" dirty="0"/>
          </a:p>
        </p:txBody>
      </p:sp>
      <p:sp>
        <p:nvSpPr>
          <p:cNvPr id="11" name="Badge"/>
          <p:cNvSpPr/>
          <p:nvPr/>
        </p:nvSpPr>
        <p:spPr>
          <a:xfrm>
            <a:off x="3063240" y="1527048"/>
            <a:ext cx="438912" cy="438912"/>
          </a:xfrm>
          <a:prstGeom prst="ellipse">
            <a:avLst/>
          </a:prstGeom>
          <a:solidFill>
            <a:srgbClr val="E2F7EE"/>
          </a:solidFill>
          <a:ln w="12700">
            <a:solidFill>
              <a:srgbClr val="E2F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137160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Ana.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37160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sujeito é obrigatório.</a:t>
            </a:r>
            <a:endParaRPr lang="en-US" sz="1050" dirty="0"/>
          </a:p>
        </p:txBody>
      </p:sp>
      <p:sp>
        <p:nvSpPr>
          <p:cNvPr id="15" name="Box"/>
          <p:cNvSpPr/>
          <p:nvPr/>
        </p:nvSpPr>
        <p:spPr>
          <a:xfrm>
            <a:off x="548640" y="2240280"/>
            <a:ext cx="646480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685800" y="2395728"/>
            <a:ext cx="438912" cy="438912"/>
          </a:xfrm>
          <a:prstGeom prst="ellipse">
            <a:avLst/>
          </a:prstGeom>
          <a:solidFill>
            <a:srgbClr val="FBE0DD"/>
          </a:solidFill>
          <a:ln w="12700">
            <a:solidFill>
              <a:srgbClr val="FBE0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5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24028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I'm.</a:t>
            </a:r>
            <a:endParaRPr lang="en-US" sz="1400" dirty="0"/>
          </a:p>
        </p:txBody>
      </p:sp>
      <p:sp>
        <p:nvSpPr>
          <p:cNvPr id="19" name="Badge"/>
          <p:cNvSpPr/>
          <p:nvPr/>
        </p:nvSpPr>
        <p:spPr>
          <a:xfrm>
            <a:off x="3063240" y="2395728"/>
            <a:ext cx="438912" cy="438912"/>
          </a:xfrm>
          <a:prstGeom prst="ellipse">
            <a:avLst/>
          </a:prstGeom>
          <a:solidFill>
            <a:srgbClr val="E2F7EE"/>
          </a:solidFill>
          <a:ln w="12700">
            <a:solidFill>
              <a:srgbClr val="E2F7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63240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224028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am.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24028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resposta curta, não use a forma contraída.</a:t>
            </a:r>
            <a:endParaRPr lang="en-US" sz="1050" dirty="0"/>
          </a:p>
        </p:txBody>
      </p:sp>
      <p:sp>
        <p:nvSpPr>
          <p:cNvPr id="23" name="Box"/>
          <p:cNvSpPr/>
          <p:nvPr/>
        </p:nvSpPr>
        <p:spPr>
          <a:xfrm>
            <a:off x="548640" y="3108960"/>
            <a:ext cx="6464808" cy="749808"/>
          </a:xfrm>
          <a:prstGeom prst="roundRect">
            <a:avLst>
              <a:gd name="adj" fmla="val 1219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685800" y="3264408"/>
            <a:ext cx="438912" cy="438912"/>
          </a:xfrm>
          <a:prstGeom prst="ellipse">
            <a:avLst/>
          </a:prstGeom>
          <a:solidFill>
            <a:srgbClr val="FBE0DD"/>
          </a:solidFill>
          <a:ln w="12700">
            <a:solidFill>
              <a:srgbClr val="FBE0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264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5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10896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are from?</a:t>
            </a:r>
            <a:endParaRPr lang="en-US" sz="1400" dirty="0"/>
          </a:p>
        </p:txBody>
      </p:sp>
      <p:sp>
        <p:nvSpPr>
          <p:cNvPr id="27" name="Badge"/>
          <p:cNvSpPr/>
          <p:nvPr/>
        </p:nvSpPr>
        <p:spPr>
          <a:xfrm>
            <a:off x="3063240" y="3264408"/>
            <a:ext cx="438912" cy="438912"/>
          </a:xfrm>
          <a:prstGeom prst="ellipse">
            <a:avLst/>
          </a:prstGeom>
          <a:solidFill>
            <a:srgbClr val="E2F7EE"/>
          </a:solidFill>
          <a:ln w="12700">
            <a:solidFill>
              <a:srgbClr val="E2F7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63240" y="3264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0" y="310896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from?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310896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pergunta, o verbo vem antes do sujeito.</a:t>
            </a:r>
            <a:endParaRPr lang="en-US" sz="1050" dirty="0"/>
          </a:p>
        </p:txBody>
      </p:sp>
      <p:sp>
        <p:nvSpPr>
          <p:cNvPr id="31" name="Box"/>
          <p:cNvSpPr/>
          <p:nvPr/>
        </p:nvSpPr>
        <p:spPr>
          <a:xfrm>
            <a:off x="548640" y="4160520"/>
            <a:ext cx="6464808" cy="731520"/>
          </a:xfrm>
          <a:prstGeom prst="roundRect">
            <a:avLst>
              <a:gd name="adj" fmla="val 12500"/>
            </a:avLst>
          </a:prstGeom>
          <a:solidFill>
            <a:srgbClr val="E2F7EE"/>
          </a:solidFill>
          <a:ln w="12700">
            <a:solidFill>
              <a:srgbClr val="BFE9D6"/>
            </a:solidFill>
            <a:prstDash val="solid"/>
          </a:ln>
        </p:spPr>
      </p:sp>
      <p:sp>
        <p:nvSpPr>
          <p:cNvPr id="32" name="Pill"/>
          <p:cNvSpPr/>
          <p:nvPr/>
        </p:nvSpPr>
        <p:spPr>
          <a:xfrm>
            <a:off x="685800" y="403250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7EE0B8"/>
          </a:solidFill>
          <a:ln w="12700">
            <a:solidFill>
              <a:srgbClr val="7EE0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032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CORNER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43159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you?” é uma saudação, não uma pergunta sobre saúde. A resposta comum é </a:t>
            </a:r>
            <a:pPr indent="0" marL="0">
              <a:buNone/>
            </a:pPr>
            <a:r>
              <a:rPr lang="en-US" sz="1250" b="1" dirty="0">
                <a:solidFill>
                  <a:srgbClr val="1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Fine, thanks. And you?</a:t>
            </a:r>
            <a:endParaRPr lang="en-US" sz="1250" dirty="0"/>
          </a:p>
        </p:txBody>
      </p:sp>
      <p:sp>
        <p:nvSpPr>
          <p:cNvPr id="35" name="Section number"/>
          <p:cNvSpPr/>
          <p:nvPr/>
        </p:nvSpPr>
        <p:spPr>
          <a:xfrm>
            <a:off x="548640" y="530352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5303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Section tab"/>
          <p:cNvSpPr/>
          <p:nvPr/>
        </p:nvSpPr>
        <p:spPr>
          <a:xfrm>
            <a:off x="896112" y="53035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6112" y="5303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39" name="Title"/>
          <p:cNvSpPr txBox="1"/>
          <p:nvPr/>
        </p:nvSpPr>
        <p:spPr>
          <a:xfrm>
            <a:off x="548640" y="563270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Practice</a:t>
            </a:r>
            <a:endParaRPr lang="en-US" sz="2600" dirty="0"/>
          </a:p>
        </p:txBody>
      </p:sp>
      <p:sp>
        <p:nvSpPr>
          <p:cNvPr id="40" name="Exercise letter"/>
          <p:cNvSpPr/>
          <p:nvPr/>
        </p:nvSpPr>
        <p:spPr>
          <a:xfrm>
            <a:off x="548640" y="62179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6217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60120" y="6199632"/>
            <a:ext cx="6007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sentences with the words in the box.</a:t>
            </a:r>
            <a:endParaRPr lang="en-US" sz="1500" dirty="0"/>
          </a:p>
        </p:txBody>
      </p:sp>
      <p:sp>
        <p:nvSpPr>
          <p:cNvPr id="43" name="Word box"/>
          <p:cNvSpPr/>
          <p:nvPr/>
        </p:nvSpPr>
        <p:spPr>
          <a:xfrm>
            <a:off x="548640" y="6675120"/>
            <a:ext cx="6464808" cy="457200"/>
          </a:xfrm>
          <a:prstGeom prst="roundRect">
            <a:avLst>
              <a:gd name="adj" fmla="val 20000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" y="6675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2148840" y="6675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3383280" y="6675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4617720" y="6675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 not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5852160" y="6675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aren't</a:t>
            </a:r>
            <a:endParaRPr lang="en-US" sz="1500" dirty="0"/>
          </a:p>
        </p:txBody>
      </p:sp>
      <p:sp>
        <p:nvSpPr>
          <p:cNvPr id="49" name="Badge"/>
          <p:cNvSpPr/>
          <p:nvPr/>
        </p:nvSpPr>
        <p:spPr>
          <a:xfrm>
            <a:off x="548640" y="7360920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8640" y="7360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05840" y="7360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I _____ Tom.</a:t>
            </a:r>
            <a:endParaRPr lang="en-US" sz="1400" dirty="0"/>
          </a:p>
        </p:txBody>
      </p:sp>
      <p:sp>
        <p:nvSpPr>
          <p:cNvPr id="52" name="Badge"/>
          <p:cNvSpPr/>
          <p:nvPr/>
        </p:nvSpPr>
        <p:spPr>
          <a:xfrm>
            <a:off x="3840480" y="7360920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840480" y="7360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297680" y="7360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 a teacher.</a:t>
            </a:r>
            <a:endParaRPr lang="en-US" sz="1400" dirty="0"/>
          </a:p>
        </p:txBody>
      </p:sp>
      <p:sp>
        <p:nvSpPr>
          <p:cNvPr id="55" name="Badge"/>
          <p:cNvSpPr/>
          <p:nvPr/>
        </p:nvSpPr>
        <p:spPr>
          <a:xfrm>
            <a:off x="548640" y="8001000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640" y="8001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05840" y="8001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you Brazilian?</a:t>
            </a:r>
            <a:endParaRPr lang="en-US" sz="1400" dirty="0"/>
          </a:p>
        </p:txBody>
      </p:sp>
      <p:sp>
        <p:nvSpPr>
          <p:cNvPr id="58" name="Badge"/>
          <p:cNvSpPr/>
          <p:nvPr/>
        </p:nvSpPr>
        <p:spPr>
          <a:xfrm>
            <a:off x="3840480" y="8001000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840480" y="8001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297680" y="8001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_____.</a:t>
            </a:r>
            <a:endParaRPr lang="en-US" sz="1400" dirty="0"/>
          </a:p>
        </p:txBody>
      </p:sp>
      <p:sp>
        <p:nvSpPr>
          <p:cNvPr id="61" name="Badge"/>
          <p:cNvSpPr/>
          <p:nvPr/>
        </p:nvSpPr>
        <p:spPr>
          <a:xfrm>
            <a:off x="548640" y="8641080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8640" y="8641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05840" y="8641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_____ from Japan. (negative)</a:t>
            </a:r>
            <a:endParaRPr lang="en-US" sz="1400" dirty="0"/>
          </a:p>
        </p:txBody>
      </p:sp>
      <p:sp>
        <p:nvSpPr>
          <p:cNvPr id="64" name="Badge"/>
          <p:cNvSpPr/>
          <p:nvPr/>
        </p:nvSpPr>
        <p:spPr>
          <a:xfrm>
            <a:off x="3840480" y="8641080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840480" y="8641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4297680" y="8641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 American. (negative)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548640" y="411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96112" y="4114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411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7406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Practice</a:t>
            </a:r>
            <a:endParaRPr lang="en-US" sz="2600" dirty="0"/>
          </a:p>
        </p:txBody>
      </p:sp>
      <p:sp>
        <p:nvSpPr>
          <p:cNvPr id="7" name="Exercise letter"/>
          <p:cNvSpPr/>
          <p:nvPr/>
        </p:nvSpPr>
        <p:spPr>
          <a:xfrm>
            <a:off x="548640" y="13716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353312"/>
            <a:ext cx="6007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words in order.</a:t>
            </a:r>
            <a:endParaRPr lang="en-US" sz="1500" dirty="0"/>
          </a:p>
        </p:txBody>
      </p:sp>
      <p:sp>
        <p:nvSpPr>
          <p:cNvPr id="10" name="Badge"/>
          <p:cNvSpPr/>
          <p:nvPr/>
        </p:nvSpPr>
        <p:spPr>
          <a:xfrm>
            <a:off x="548640" y="182880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is / My / Ana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749040" y="2130552"/>
            <a:ext cx="32004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4" name="Badge"/>
          <p:cNvSpPr/>
          <p:nvPr/>
        </p:nvSpPr>
        <p:spPr>
          <a:xfrm>
            <a:off x="548640" y="246888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468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/ Are / Brazilian / 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749040" y="2770632"/>
            <a:ext cx="32004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8" name="Badge"/>
          <p:cNvSpPr/>
          <p:nvPr/>
        </p:nvSpPr>
        <p:spPr>
          <a:xfrm>
            <a:off x="548640" y="310896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1089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/ I'm / Canada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749040" y="3410712"/>
            <a:ext cx="32004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2" name="Badge"/>
          <p:cNvSpPr/>
          <p:nvPr/>
        </p:nvSpPr>
        <p:spPr>
          <a:xfrm>
            <a:off x="548640" y="374904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37490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 meet / Nice / you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749040" y="4050792"/>
            <a:ext cx="32004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6" name="Exercise letter"/>
          <p:cNvSpPr/>
          <p:nvPr/>
        </p:nvSpPr>
        <p:spPr>
          <a:xfrm>
            <a:off x="548640" y="4526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507992"/>
            <a:ext cx="6007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sentences.</a:t>
            </a:r>
            <a:endParaRPr lang="en-US" sz="1500" dirty="0"/>
          </a:p>
        </p:txBody>
      </p:sp>
      <p:sp>
        <p:nvSpPr>
          <p:cNvPr id="29" name="Badge"/>
          <p:cNvSpPr/>
          <p:nvPr/>
        </p:nvSpPr>
        <p:spPr>
          <a:xfrm>
            <a:off x="548640" y="498348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983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49834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student.</a:t>
            </a:r>
            <a:endParaRPr lang="en-US" sz="1350" dirty="0"/>
          </a:p>
        </p:txBody>
      </p:sp>
      <p:sp>
        <p:nvSpPr>
          <p:cNvPr id="32" name="Pill"/>
          <p:cNvSpPr/>
          <p:nvPr/>
        </p:nvSpPr>
        <p:spPr>
          <a:xfrm>
            <a:off x="3291840" y="50109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 w="12700">
            <a:solidFill>
              <a:srgbClr val="7CC4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91840" y="5010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06240" y="5285232"/>
            <a:ext cx="27432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5" name="Badge"/>
          <p:cNvSpPr/>
          <p:nvPr/>
        </p:nvSpPr>
        <p:spPr>
          <a:xfrm>
            <a:off x="548640" y="562356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5623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56235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doctor.</a:t>
            </a:r>
            <a:endParaRPr lang="en-US" sz="1350" dirty="0"/>
          </a:p>
        </p:txBody>
      </p:sp>
      <p:sp>
        <p:nvSpPr>
          <p:cNvPr id="38" name="Pill"/>
          <p:cNvSpPr/>
          <p:nvPr/>
        </p:nvSpPr>
        <p:spPr>
          <a:xfrm>
            <a:off x="3291840" y="56509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91840" y="5650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06240" y="5925312"/>
            <a:ext cx="27432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1" name="Badge"/>
          <p:cNvSpPr/>
          <p:nvPr/>
        </p:nvSpPr>
        <p:spPr>
          <a:xfrm>
            <a:off x="548640" y="626364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6263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" y="6263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from Japan.</a:t>
            </a:r>
            <a:endParaRPr lang="en-US" sz="1350" dirty="0"/>
          </a:p>
        </p:txBody>
      </p:sp>
      <p:sp>
        <p:nvSpPr>
          <p:cNvPr id="44" name="Pill"/>
          <p:cNvSpPr/>
          <p:nvPr/>
        </p:nvSpPr>
        <p:spPr>
          <a:xfrm>
            <a:off x="3291840" y="629107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 w="12700">
            <a:solidFill>
              <a:srgbClr val="7CC4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91840" y="6291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06240" y="6565392"/>
            <a:ext cx="27432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7" name="Badge"/>
          <p:cNvSpPr/>
          <p:nvPr/>
        </p:nvSpPr>
        <p:spPr>
          <a:xfrm>
            <a:off x="548640" y="6903720"/>
            <a:ext cx="329184" cy="329184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8640" y="6903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05840" y="69037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Tom.</a:t>
            </a:r>
            <a:endParaRPr lang="en-US" sz="1350" dirty="0"/>
          </a:p>
        </p:txBody>
      </p:sp>
      <p:sp>
        <p:nvSpPr>
          <p:cNvPr id="50" name="Pill"/>
          <p:cNvSpPr/>
          <p:nvPr/>
        </p:nvSpPr>
        <p:spPr>
          <a:xfrm>
            <a:off x="3291840" y="693115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291840" y="6931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206240" y="7205472"/>
            <a:ext cx="274320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53" name="Exercise letter"/>
          <p:cNvSpPr/>
          <p:nvPr/>
        </p:nvSpPr>
        <p:spPr>
          <a:xfrm>
            <a:off x="1554480" y="76809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554480" y="7680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1965960" y="7662672"/>
            <a:ext cx="6007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write the names you hear.</a:t>
            </a:r>
            <a:endParaRPr lang="en-US" sz="1500" dirty="0"/>
          </a:p>
        </p:txBody>
      </p:sp>
      <p:sp>
        <p:nvSpPr>
          <p:cNvPr id="56" name="Pill"/>
          <p:cNvSpPr/>
          <p:nvPr/>
        </p:nvSpPr>
        <p:spPr>
          <a:xfrm>
            <a:off x="548640" y="76809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8640" y="76809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1.7</a:t>
            </a:r>
            <a:endParaRPr lang="en-US" sz="1200" dirty="0"/>
          </a:p>
        </p:txBody>
      </p:sp>
      <p:pic>
        <p:nvPicPr>
          <p:cNvPr id="58" name="Image 0" descr="A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7744968"/>
            <a:ext cx="164592" cy="164592"/>
          </a:xfrm>
          <a:prstGeom prst="rect">
            <a:avLst/>
          </a:prstGeom>
        </p:spPr>
      </p:pic>
      <p:sp>
        <p:nvSpPr>
          <p:cNvPr id="59" name="Box"/>
          <p:cNvSpPr/>
          <p:nvPr/>
        </p:nvSpPr>
        <p:spPr>
          <a:xfrm>
            <a:off x="548640" y="8183880"/>
            <a:ext cx="2075688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60" name="Image 1" descr="Speaker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75320"/>
            <a:ext cx="640080" cy="640080"/>
          </a:xfrm>
          <a:prstGeom prst="rect">
            <a:avLst/>
          </a:prstGeom>
        </p:spPr>
      </p:pic>
      <p:sp>
        <p:nvSpPr>
          <p:cNvPr id="61" name="Badge"/>
          <p:cNvSpPr/>
          <p:nvPr/>
        </p:nvSpPr>
        <p:spPr>
          <a:xfrm>
            <a:off x="2240280" y="8293608"/>
            <a:ext cx="292608" cy="292608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2240280" y="8293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3" name="Text 59"/>
          <p:cNvSpPr txBox="1"/>
          <p:nvPr/>
        </p:nvSpPr>
        <p:spPr>
          <a:xfrm>
            <a:off x="658368" y="89794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64" name="Shape 60"/>
          <p:cNvSpPr/>
          <p:nvPr/>
        </p:nvSpPr>
        <p:spPr>
          <a:xfrm>
            <a:off x="1280160" y="9180576"/>
            <a:ext cx="12344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65" name="Text 61"/>
          <p:cNvSpPr txBox="1"/>
          <p:nvPr/>
        </p:nvSpPr>
        <p:spPr>
          <a:xfrm>
            <a:off x="658368" y="92720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Country:</a:t>
            </a:r>
            <a:endParaRPr lang="en-US" sz="1100" dirty="0"/>
          </a:p>
        </p:txBody>
      </p:sp>
      <p:sp>
        <p:nvSpPr>
          <p:cNvPr id="66" name="Shape 62"/>
          <p:cNvSpPr/>
          <p:nvPr/>
        </p:nvSpPr>
        <p:spPr>
          <a:xfrm>
            <a:off x="1280160" y="9473184"/>
            <a:ext cx="12344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67" name="Box"/>
          <p:cNvSpPr/>
          <p:nvPr/>
        </p:nvSpPr>
        <p:spPr>
          <a:xfrm>
            <a:off x="2743200" y="8183880"/>
            <a:ext cx="2075688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68" name="Image 2" descr="Speaker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8275320"/>
            <a:ext cx="640080" cy="640080"/>
          </a:xfrm>
          <a:prstGeom prst="rect">
            <a:avLst/>
          </a:prstGeom>
        </p:spPr>
      </p:pic>
      <p:sp>
        <p:nvSpPr>
          <p:cNvPr id="69" name="Badge"/>
          <p:cNvSpPr/>
          <p:nvPr/>
        </p:nvSpPr>
        <p:spPr>
          <a:xfrm>
            <a:off x="4434840" y="8293608"/>
            <a:ext cx="292608" cy="292608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4434840" y="8293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1" name="Text 66"/>
          <p:cNvSpPr txBox="1"/>
          <p:nvPr/>
        </p:nvSpPr>
        <p:spPr>
          <a:xfrm>
            <a:off x="2852928" y="89794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72" name="Shape 67"/>
          <p:cNvSpPr/>
          <p:nvPr/>
        </p:nvSpPr>
        <p:spPr>
          <a:xfrm>
            <a:off x="3474720" y="9180576"/>
            <a:ext cx="12344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73" name="Text 68"/>
          <p:cNvSpPr txBox="1"/>
          <p:nvPr/>
        </p:nvSpPr>
        <p:spPr>
          <a:xfrm>
            <a:off x="2852928" y="92720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Country:</a:t>
            </a:r>
            <a:endParaRPr lang="en-US" sz="1100" dirty="0"/>
          </a:p>
        </p:txBody>
      </p:sp>
      <p:sp>
        <p:nvSpPr>
          <p:cNvPr id="74" name="Shape 69"/>
          <p:cNvSpPr/>
          <p:nvPr/>
        </p:nvSpPr>
        <p:spPr>
          <a:xfrm>
            <a:off x="3474720" y="9473184"/>
            <a:ext cx="12344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75" name="Box"/>
          <p:cNvSpPr/>
          <p:nvPr/>
        </p:nvSpPr>
        <p:spPr>
          <a:xfrm>
            <a:off x="4937760" y="8183880"/>
            <a:ext cx="2075688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76" name="Image 3" descr="Speaker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275320"/>
            <a:ext cx="640080" cy="640080"/>
          </a:xfrm>
          <a:prstGeom prst="rect">
            <a:avLst/>
          </a:prstGeom>
        </p:spPr>
      </p:pic>
      <p:sp>
        <p:nvSpPr>
          <p:cNvPr id="77" name="Badge"/>
          <p:cNvSpPr/>
          <p:nvPr/>
        </p:nvSpPr>
        <p:spPr>
          <a:xfrm>
            <a:off x="6629400" y="8293608"/>
            <a:ext cx="292608" cy="292608"/>
          </a:xfrm>
          <a:prstGeom prst="ellipse">
            <a:avLst/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78" name="Text 72"/>
          <p:cNvSpPr txBox="1"/>
          <p:nvPr/>
        </p:nvSpPr>
        <p:spPr>
          <a:xfrm>
            <a:off x="6629400" y="8293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9" name="Text 73"/>
          <p:cNvSpPr txBox="1"/>
          <p:nvPr/>
        </p:nvSpPr>
        <p:spPr>
          <a:xfrm>
            <a:off x="5047488" y="89794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80" name="Shape 74"/>
          <p:cNvSpPr/>
          <p:nvPr/>
        </p:nvSpPr>
        <p:spPr>
          <a:xfrm>
            <a:off x="5669280" y="9180576"/>
            <a:ext cx="12344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81" name="Text 75"/>
          <p:cNvSpPr txBox="1"/>
          <p:nvPr/>
        </p:nvSpPr>
        <p:spPr>
          <a:xfrm>
            <a:off x="5047488" y="92720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Country:</a:t>
            </a:r>
            <a:endParaRPr lang="en-US" sz="1100" dirty="0"/>
          </a:p>
        </p:txBody>
      </p:sp>
      <p:sp>
        <p:nvSpPr>
          <p:cNvPr id="82" name="Shape 76"/>
          <p:cNvSpPr/>
          <p:nvPr/>
        </p:nvSpPr>
        <p:spPr>
          <a:xfrm>
            <a:off x="5669280" y="9473184"/>
            <a:ext cx="123444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83" name="Box"/>
          <p:cNvSpPr/>
          <p:nvPr/>
        </p:nvSpPr>
        <p:spPr>
          <a:xfrm>
            <a:off x="548640" y="9692640"/>
            <a:ext cx="6464808" cy="457200"/>
          </a:xfrm>
          <a:prstGeom prst="roundRect">
            <a:avLst>
              <a:gd name="adj" fmla="val 20000"/>
            </a:avLst>
          </a:prstGeom>
          <a:solidFill>
            <a:srgbClr val="FFF4BF"/>
          </a:solidFill>
          <a:ln w="12700">
            <a:solidFill>
              <a:srgbClr val="F2D869"/>
            </a:solidFill>
            <a:prstDash val="solid"/>
          </a:ln>
        </p:spPr>
      </p:sp>
      <p:sp>
        <p:nvSpPr>
          <p:cNvPr id="84" name="Text 78"/>
          <p:cNvSpPr txBox="1"/>
          <p:nvPr/>
        </p:nvSpPr>
        <p:spPr>
          <a:xfrm>
            <a:off x="685800" y="9692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again. Circle: 1 </a:t>
            </a:r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 / Good evening</a:t>
            </a:r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 </a:t>
            </a:r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/ Hi</a:t>
            </a:r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 </a:t>
            </a:r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 / See you later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548640" y="411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96112" y="4114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411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7406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Practice</a:t>
            </a:r>
            <a:endParaRPr lang="en-US" sz="2600" dirty="0"/>
          </a:p>
        </p:txBody>
      </p:sp>
      <p:sp>
        <p:nvSpPr>
          <p:cNvPr id="7" name="Exercise letter"/>
          <p:cNvSpPr/>
          <p:nvPr/>
        </p:nvSpPr>
        <p:spPr>
          <a:xfrm>
            <a:off x="548640" y="13716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353312"/>
            <a:ext cx="6007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the correct answer: a, b or c.</a:t>
            </a:r>
            <a:endParaRPr lang="en-US" sz="1500" dirty="0"/>
          </a:p>
        </p:txBody>
      </p:sp>
      <p:sp>
        <p:nvSpPr>
          <p:cNvPr id="10" name="Badge"/>
          <p:cNvSpPr/>
          <p:nvPr/>
        </p:nvSpPr>
        <p:spPr>
          <a:xfrm>
            <a:off x="548640" y="1828800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1828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you from Japan?</a:t>
            </a:r>
            <a:endParaRPr lang="en-US" sz="1350" dirty="0"/>
          </a:p>
        </p:txBody>
      </p:sp>
      <p:sp>
        <p:nvSpPr>
          <p:cNvPr id="13" name="Option"/>
          <p:cNvSpPr/>
          <p:nvPr/>
        </p:nvSpPr>
        <p:spPr>
          <a:xfrm>
            <a:off x="3749040" y="184708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0" y="18470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Am</a:t>
            </a:r>
            <a:endParaRPr lang="en-US" sz="1200" dirty="0"/>
          </a:p>
        </p:txBody>
      </p:sp>
      <p:sp>
        <p:nvSpPr>
          <p:cNvPr id="15" name="Option"/>
          <p:cNvSpPr/>
          <p:nvPr/>
        </p:nvSpPr>
        <p:spPr>
          <a:xfrm>
            <a:off x="4846320" y="184708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8470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Are</a:t>
            </a:r>
            <a:endParaRPr lang="en-US" sz="1200" dirty="0"/>
          </a:p>
        </p:txBody>
      </p:sp>
      <p:sp>
        <p:nvSpPr>
          <p:cNvPr id="17" name="Option"/>
          <p:cNvSpPr/>
          <p:nvPr/>
        </p:nvSpPr>
        <p:spPr>
          <a:xfrm>
            <a:off x="5943600" y="184708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18470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Is</a:t>
            </a:r>
            <a:endParaRPr lang="en-US" sz="1200" dirty="0"/>
          </a:p>
        </p:txBody>
      </p:sp>
      <p:sp>
        <p:nvSpPr>
          <p:cNvPr id="19" name="Badge"/>
          <p:cNvSpPr/>
          <p:nvPr/>
        </p:nvSpPr>
        <p:spPr>
          <a:xfrm>
            <a:off x="548640" y="2395728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395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_____ a teacher.</a:t>
            </a:r>
            <a:endParaRPr lang="en-US" sz="1350" dirty="0"/>
          </a:p>
        </p:txBody>
      </p:sp>
      <p:sp>
        <p:nvSpPr>
          <p:cNvPr id="22" name="Option"/>
          <p:cNvSpPr/>
          <p:nvPr/>
        </p:nvSpPr>
        <p:spPr>
          <a:xfrm>
            <a:off x="3749040" y="241401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2414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are</a:t>
            </a:r>
            <a:endParaRPr lang="en-US" sz="1200" dirty="0"/>
          </a:p>
        </p:txBody>
      </p:sp>
      <p:sp>
        <p:nvSpPr>
          <p:cNvPr id="24" name="Option"/>
          <p:cNvSpPr/>
          <p:nvPr/>
        </p:nvSpPr>
        <p:spPr>
          <a:xfrm>
            <a:off x="4846320" y="241401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2414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am</a:t>
            </a:r>
            <a:endParaRPr lang="en-US" sz="1200" dirty="0"/>
          </a:p>
        </p:txBody>
      </p:sp>
      <p:sp>
        <p:nvSpPr>
          <p:cNvPr id="26" name="Option"/>
          <p:cNvSpPr/>
          <p:nvPr/>
        </p:nvSpPr>
        <p:spPr>
          <a:xfrm>
            <a:off x="5943600" y="241401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2414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is</a:t>
            </a:r>
            <a:endParaRPr lang="en-US" sz="1200" dirty="0"/>
          </a:p>
        </p:txBody>
      </p:sp>
      <p:sp>
        <p:nvSpPr>
          <p:cNvPr id="28" name="Badge"/>
          <p:cNvSpPr/>
          <p:nvPr/>
        </p:nvSpPr>
        <p:spPr>
          <a:xfrm>
            <a:off x="548640" y="2962656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29626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_____.</a:t>
            </a:r>
            <a:endParaRPr lang="en-US" sz="1350" dirty="0"/>
          </a:p>
        </p:txBody>
      </p:sp>
      <p:sp>
        <p:nvSpPr>
          <p:cNvPr id="31" name="Option"/>
          <p:cNvSpPr/>
          <p:nvPr/>
        </p:nvSpPr>
        <p:spPr>
          <a:xfrm>
            <a:off x="3749040" y="298094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49040" y="29809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am</a:t>
            </a:r>
            <a:endParaRPr lang="en-US" sz="1200" dirty="0"/>
          </a:p>
        </p:txBody>
      </p:sp>
      <p:sp>
        <p:nvSpPr>
          <p:cNvPr id="33" name="Option"/>
          <p:cNvSpPr/>
          <p:nvPr/>
        </p:nvSpPr>
        <p:spPr>
          <a:xfrm>
            <a:off x="4846320" y="298094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0" y="29809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I'm</a:t>
            </a:r>
            <a:endParaRPr lang="en-US" sz="1200" dirty="0"/>
          </a:p>
        </p:txBody>
      </p:sp>
      <p:sp>
        <p:nvSpPr>
          <p:cNvPr id="35" name="Option"/>
          <p:cNvSpPr/>
          <p:nvPr/>
        </p:nvSpPr>
        <p:spPr>
          <a:xfrm>
            <a:off x="5943600" y="298094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0" y="29809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are</a:t>
            </a:r>
            <a:endParaRPr lang="en-US" sz="1200" dirty="0"/>
          </a:p>
        </p:txBody>
      </p:sp>
      <p:sp>
        <p:nvSpPr>
          <p:cNvPr id="37" name="Badge"/>
          <p:cNvSpPr/>
          <p:nvPr/>
        </p:nvSpPr>
        <p:spPr>
          <a:xfrm>
            <a:off x="548640" y="3529584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" y="3529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_____ you from?</a:t>
            </a:r>
            <a:endParaRPr lang="en-US" sz="1350" dirty="0"/>
          </a:p>
        </p:txBody>
      </p:sp>
      <p:sp>
        <p:nvSpPr>
          <p:cNvPr id="40" name="Option"/>
          <p:cNvSpPr/>
          <p:nvPr/>
        </p:nvSpPr>
        <p:spPr>
          <a:xfrm>
            <a:off x="3749040" y="35478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749040" y="35478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you are</a:t>
            </a:r>
            <a:endParaRPr lang="en-US" sz="1200" dirty="0"/>
          </a:p>
        </p:txBody>
      </p:sp>
      <p:sp>
        <p:nvSpPr>
          <p:cNvPr id="42" name="Option"/>
          <p:cNvSpPr/>
          <p:nvPr/>
        </p:nvSpPr>
        <p:spPr>
          <a:xfrm>
            <a:off x="4846320" y="35478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46320" y="35478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am</a:t>
            </a:r>
            <a:endParaRPr lang="en-US" sz="1200" dirty="0"/>
          </a:p>
        </p:txBody>
      </p:sp>
      <p:sp>
        <p:nvSpPr>
          <p:cNvPr id="44" name="Option"/>
          <p:cNvSpPr/>
          <p:nvPr/>
        </p:nvSpPr>
        <p:spPr>
          <a:xfrm>
            <a:off x="5943600" y="35478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43600" y="35478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are</a:t>
            </a:r>
            <a:endParaRPr lang="en-US" sz="1200" dirty="0"/>
          </a:p>
        </p:txBody>
      </p:sp>
      <p:sp>
        <p:nvSpPr>
          <p:cNvPr id="46" name="Badge"/>
          <p:cNvSpPr/>
          <p:nvPr/>
        </p:nvSpPr>
        <p:spPr>
          <a:xfrm>
            <a:off x="548640" y="4096512"/>
            <a:ext cx="347472" cy="347472"/>
          </a:xfrm>
          <a:prstGeom prst="ellipse">
            <a:avLst/>
          </a:prstGeom>
          <a:solidFill>
            <a:srgbClr val="E6F3FF"/>
          </a:solidFill>
          <a:ln w="12700">
            <a:solidFill>
              <a:srgbClr val="E6F3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05840" y="40965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_____ Canadian. (negative)</a:t>
            </a:r>
            <a:endParaRPr lang="en-US" sz="1350" dirty="0"/>
          </a:p>
        </p:txBody>
      </p:sp>
      <p:sp>
        <p:nvSpPr>
          <p:cNvPr id="49" name="Option"/>
          <p:cNvSpPr/>
          <p:nvPr/>
        </p:nvSpPr>
        <p:spPr>
          <a:xfrm>
            <a:off x="3749040" y="41148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749040" y="4114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isn't</a:t>
            </a:r>
            <a:endParaRPr lang="en-US" sz="1200" dirty="0"/>
          </a:p>
        </p:txBody>
      </p:sp>
      <p:sp>
        <p:nvSpPr>
          <p:cNvPr id="51" name="Option"/>
          <p:cNvSpPr/>
          <p:nvPr/>
        </p:nvSpPr>
        <p:spPr>
          <a:xfrm>
            <a:off x="4846320" y="41148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846320" y="4114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aren't</a:t>
            </a:r>
            <a:endParaRPr lang="en-US" sz="1200" dirty="0"/>
          </a:p>
        </p:txBody>
      </p:sp>
      <p:sp>
        <p:nvSpPr>
          <p:cNvPr id="53" name="Option"/>
          <p:cNvSpPr/>
          <p:nvPr/>
        </p:nvSpPr>
        <p:spPr>
          <a:xfrm>
            <a:off x="5943600" y="41148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AA7B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943600" y="4114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amn't</a:t>
            </a:r>
            <a:endParaRPr lang="en-US" sz="1200" dirty="0"/>
          </a:p>
        </p:txBody>
      </p:sp>
      <p:sp>
        <p:nvSpPr>
          <p:cNvPr id="55" name="Section number"/>
          <p:cNvSpPr/>
          <p:nvPr/>
        </p:nvSpPr>
        <p:spPr>
          <a:xfrm>
            <a:off x="548640" y="493776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640" y="49377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7" name="Section tab"/>
          <p:cNvSpPr/>
          <p:nvPr/>
        </p:nvSpPr>
        <p:spPr>
          <a:xfrm>
            <a:off x="896112" y="493776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96112" y="4937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</a:t>
            </a:r>
            <a:endParaRPr lang="en-US" sz="1100" dirty="0"/>
          </a:p>
        </p:txBody>
      </p:sp>
      <p:sp>
        <p:nvSpPr>
          <p:cNvPr id="59" name="Title"/>
          <p:cNvSpPr txBox="1"/>
          <p:nvPr/>
        </p:nvSpPr>
        <p:spPr>
          <a:xfrm>
            <a:off x="548640" y="526694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Role-play: meet a new classmate</a:t>
            </a:r>
            <a:endParaRPr lang="en-US" sz="240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58064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Student A is 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Student B is 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</a:t>
            </a:r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1" name="Box"/>
          <p:cNvSpPr/>
          <p:nvPr/>
        </p:nvSpPr>
        <p:spPr>
          <a:xfrm>
            <a:off x="548640" y="626364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E2F7EE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62" name="Image 0" descr="Carl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446520"/>
            <a:ext cx="914400" cy="914400"/>
          </a:xfrm>
          <a:prstGeom prst="rect">
            <a:avLst/>
          </a:prstGeom>
        </p:spPr>
      </p:pic>
      <p:sp>
        <p:nvSpPr>
          <p:cNvPr id="63" name="Pill"/>
          <p:cNvSpPr/>
          <p:nvPr/>
        </p:nvSpPr>
        <p:spPr>
          <a:xfrm>
            <a:off x="1737360" y="64465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737360" y="6446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1737360" y="6739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Carlos</a:t>
            </a:r>
            <a:endParaRPr lang="en-US" sz="2000" dirty="0"/>
          </a:p>
        </p:txBody>
      </p:sp>
      <p:sp>
        <p:nvSpPr>
          <p:cNvPr id="66" name="Text 63"/>
          <p:cNvSpPr txBox="1"/>
          <p:nvPr/>
        </p:nvSpPr>
        <p:spPr>
          <a:xfrm>
            <a:off x="1737360" y="7132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· Brazilian · student</a:t>
            </a:r>
            <a:endParaRPr lang="en-US" sz="1050" dirty="0"/>
          </a:p>
        </p:txBody>
      </p:sp>
      <p:sp>
        <p:nvSpPr>
          <p:cNvPr id="67" name="Box"/>
          <p:cNvSpPr/>
          <p:nvPr/>
        </p:nvSpPr>
        <p:spPr>
          <a:xfrm>
            <a:off x="548640" y="781812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EFEAFE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68" name="Image 1" descr="Em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8001000"/>
            <a:ext cx="914400" cy="914400"/>
          </a:xfrm>
          <a:prstGeom prst="rect">
            <a:avLst/>
          </a:prstGeom>
        </p:spPr>
      </p:pic>
      <p:sp>
        <p:nvSpPr>
          <p:cNvPr id="69" name="Pill"/>
          <p:cNvSpPr/>
          <p:nvPr/>
        </p:nvSpPr>
        <p:spPr>
          <a:xfrm>
            <a:off x="1737360" y="800100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1737360" y="8001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</a:t>
            </a:r>
            <a:endParaRPr lang="en-US" sz="1000" dirty="0"/>
          </a:p>
        </p:txBody>
      </p:sp>
      <p:sp>
        <p:nvSpPr>
          <p:cNvPr id="71" name="Text 67"/>
          <p:cNvSpPr txBox="1"/>
          <p:nvPr/>
        </p:nvSpPr>
        <p:spPr>
          <a:xfrm>
            <a:off x="1737360" y="8293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Emma</a:t>
            </a:r>
            <a:endParaRPr lang="en-US" sz="2000" dirty="0"/>
          </a:p>
        </p:txBody>
      </p:sp>
      <p:sp>
        <p:nvSpPr>
          <p:cNvPr id="72" name="Text 68"/>
          <p:cNvSpPr txBox="1"/>
          <p:nvPr/>
        </p:nvSpPr>
        <p:spPr>
          <a:xfrm>
            <a:off x="1737360" y="8686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 · English · teacher</a:t>
            </a:r>
            <a:endParaRPr lang="en-US" sz="1050" dirty="0"/>
          </a:p>
        </p:txBody>
      </p:sp>
      <p:sp>
        <p:nvSpPr>
          <p:cNvPr id="73" name="Box"/>
          <p:cNvSpPr/>
          <p:nvPr/>
        </p:nvSpPr>
        <p:spPr>
          <a:xfrm>
            <a:off x="3611880" y="6263640"/>
            <a:ext cx="3401568" cy="2971800"/>
          </a:xfrm>
          <a:prstGeom prst="roundRect">
            <a:avLst>
              <a:gd name="adj" fmla="val 307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74" name="Badge"/>
          <p:cNvSpPr/>
          <p:nvPr/>
        </p:nvSpPr>
        <p:spPr>
          <a:xfrm>
            <a:off x="3749040" y="6400800"/>
            <a:ext cx="347472" cy="347472"/>
          </a:xfrm>
          <a:prstGeom prst="ellipse">
            <a:avLst/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3749040" y="6400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6" name="Text 72"/>
          <p:cNvSpPr txBox="1"/>
          <p:nvPr/>
        </p:nvSpPr>
        <p:spPr>
          <a:xfrm>
            <a:off x="4206240" y="6400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Greet:</a:t>
            </a:r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Hello! / Good morning!</a:t>
            </a:r>
            <a:endParaRPr lang="en-US" sz="1150" dirty="0"/>
          </a:p>
        </p:txBody>
      </p:sp>
      <p:sp>
        <p:nvSpPr>
          <p:cNvPr id="77" name="Badge"/>
          <p:cNvSpPr/>
          <p:nvPr/>
        </p:nvSpPr>
        <p:spPr>
          <a:xfrm>
            <a:off x="3749040" y="6949440"/>
            <a:ext cx="347472" cy="347472"/>
          </a:xfrm>
          <a:prstGeom prst="ellipse">
            <a:avLst/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3749040" y="6949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9" name="Text 75"/>
          <p:cNvSpPr txBox="1"/>
          <p:nvPr/>
        </p:nvSpPr>
        <p:spPr>
          <a:xfrm>
            <a:off x="4206240" y="6949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name:</a:t>
            </a:r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What's your name?</a:t>
            </a:r>
            <a:endParaRPr lang="en-US" sz="1150" dirty="0"/>
          </a:p>
        </p:txBody>
      </p:sp>
      <p:sp>
        <p:nvSpPr>
          <p:cNvPr id="80" name="Badge"/>
          <p:cNvSpPr/>
          <p:nvPr/>
        </p:nvSpPr>
        <p:spPr>
          <a:xfrm>
            <a:off x="3749040" y="7498080"/>
            <a:ext cx="347472" cy="347472"/>
          </a:xfrm>
          <a:prstGeom prst="ellipse">
            <a:avLst/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3749040" y="7498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2" name="Text 78"/>
          <p:cNvSpPr txBox="1"/>
          <p:nvPr/>
        </p:nvSpPr>
        <p:spPr>
          <a:xfrm>
            <a:off x="4206240" y="7498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it:</a:t>
            </a:r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do you spell it?</a:t>
            </a:r>
            <a:endParaRPr lang="en-US" sz="1150" dirty="0"/>
          </a:p>
        </p:txBody>
      </p:sp>
      <p:sp>
        <p:nvSpPr>
          <p:cNvPr id="83" name="Badge"/>
          <p:cNvSpPr/>
          <p:nvPr/>
        </p:nvSpPr>
        <p:spPr>
          <a:xfrm>
            <a:off x="3749040" y="8046720"/>
            <a:ext cx="347472" cy="347472"/>
          </a:xfrm>
          <a:prstGeom prst="ellipse">
            <a:avLst/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3749040" y="8046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5" name="Text 81"/>
          <p:cNvSpPr txBox="1"/>
          <p:nvPr/>
        </p:nvSpPr>
        <p:spPr>
          <a:xfrm>
            <a:off x="4206240" y="8046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origin:</a:t>
            </a:r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you …? Where are you from?</a:t>
            </a:r>
            <a:endParaRPr lang="en-US" sz="1150" dirty="0"/>
          </a:p>
        </p:txBody>
      </p:sp>
      <p:sp>
        <p:nvSpPr>
          <p:cNvPr id="86" name="Badge"/>
          <p:cNvSpPr/>
          <p:nvPr/>
        </p:nvSpPr>
        <p:spPr>
          <a:xfrm>
            <a:off x="3749040" y="8595360"/>
            <a:ext cx="347472" cy="347472"/>
          </a:xfrm>
          <a:prstGeom prst="ellipse">
            <a:avLst/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3749040" y="8595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88" name="Text 84"/>
          <p:cNvSpPr txBox="1"/>
          <p:nvPr/>
        </p:nvSpPr>
        <p:spPr>
          <a:xfrm>
            <a:off x="4206240" y="8595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goodbye:</a:t>
            </a:r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Nice to meet you. See you later!</a:t>
            </a:r>
            <a:endParaRPr lang="en-US" sz="1150" dirty="0"/>
          </a:p>
        </p:txBody>
      </p:sp>
      <p:sp>
        <p:nvSpPr>
          <p:cNvPr id="89" name="Text 85"/>
          <p:cNvSpPr txBox="1"/>
          <p:nvPr/>
        </p:nvSpPr>
        <p:spPr>
          <a:xfrm>
            <a:off x="548640" y="950976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change roles. Then use your own information!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548640" y="411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96112" y="4114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411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7406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My introduction card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card about you (30–40 words).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548640" y="1691640"/>
            <a:ext cx="646480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9" name="Box"/>
          <p:cNvSpPr/>
          <p:nvPr/>
        </p:nvSpPr>
        <p:spPr>
          <a:xfrm>
            <a:off x="822960" y="1965960"/>
            <a:ext cx="1554480" cy="1828800"/>
          </a:xfrm>
          <a:prstGeom prst="roundRect">
            <a:avLst>
              <a:gd name="adj" fmla="val 5882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10" name="Image 0" descr="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56032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photo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My name is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663440" y="2423160"/>
            <a:ext cx="201168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2651760" y="2606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from              . I'm              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651760" y="3063240"/>
            <a:ext cx="402336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2651760" y="3246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             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651760" y="3703320"/>
            <a:ext cx="402336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2651760" y="3886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you!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2651760" y="4343400"/>
            <a:ext cx="402336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822960" y="4389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Self-check:  ☐ I used </a:t>
            </a:r>
            <a:pPr indent="0" marL="0">
              <a:buNone/>
            </a:pPr>
            <a:r>
              <a:rPr lang="en-US" sz="11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</a:t>
            </a:r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☐ I wrote my country with a capital letter   ☐ I used a full stop (.)</a:t>
            </a:r>
            <a:endParaRPr lang="en-US" sz="1100" dirty="0"/>
          </a:p>
        </p:txBody>
      </p:sp>
      <p:sp>
        <p:nvSpPr>
          <p:cNvPr id="21" name="Section number"/>
          <p:cNvSpPr/>
          <p:nvPr/>
        </p:nvSpPr>
        <p:spPr>
          <a:xfrm>
            <a:off x="548640" y="52120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52120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ection tab"/>
          <p:cNvSpPr/>
          <p:nvPr/>
        </p:nvSpPr>
        <p:spPr>
          <a:xfrm>
            <a:off x="896112" y="52120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6112" y="5212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25" name="Title"/>
          <p:cNvSpPr txBox="1"/>
          <p:nvPr/>
        </p:nvSpPr>
        <p:spPr>
          <a:xfrm>
            <a:off x="548640" y="55412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Can you do it?</a:t>
            </a:r>
            <a:endParaRPr lang="en-US" sz="2600" dirty="0"/>
          </a:p>
        </p:txBody>
      </p:sp>
      <p:sp>
        <p:nvSpPr>
          <p:cNvPr id="26" name="Box"/>
          <p:cNvSpPr/>
          <p:nvPr/>
        </p:nvSpPr>
        <p:spPr>
          <a:xfrm>
            <a:off x="548640" y="61264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6263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 people</a:t>
            </a:r>
            <a:endParaRPr lang="en-US" sz="1300" dirty="0"/>
          </a:p>
        </p:txBody>
      </p:sp>
      <p:sp>
        <p:nvSpPr>
          <p:cNvPr id="28" name="Pill"/>
          <p:cNvSpPr/>
          <p:nvPr/>
        </p:nvSpPr>
        <p:spPr>
          <a:xfrm>
            <a:off x="2651760" y="637336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7EE0B8"/>
          </a:solidFill>
          <a:ln w="12700">
            <a:solidFill>
              <a:srgbClr val="7EE0B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651760" y="63733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Pill"/>
          <p:cNvSpPr/>
          <p:nvPr/>
        </p:nvSpPr>
        <p:spPr>
          <a:xfrm>
            <a:off x="3246120" y="637336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246120" y="63733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2" name="Pill"/>
          <p:cNvSpPr/>
          <p:nvPr/>
        </p:nvSpPr>
        <p:spPr>
          <a:xfrm>
            <a:off x="3840480" y="637336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4A29B"/>
          </a:solidFill>
          <a:ln w="12700">
            <a:solidFill>
              <a:srgbClr val="F4A29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840480" y="63733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" y="7040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and ask names</a:t>
            </a:r>
            <a:endParaRPr lang="en-US" sz="1300" dirty="0"/>
          </a:p>
        </p:txBody>
      </p:sp>
      <p:sp>
        <p:nvSpPr>
          <p:cNvPr id="35" name="Pill"/>
          <p:cNvSpPr/>
          <p:nvPr/>
        </p:nvSpPr>
        <p:spPr>
          <a:xfrm>
            <a:off x="2651760" y="715060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7EE0B8"/>
          </a:solidFill>
          <a:ln w="12700">
            <a:solidFill>
              <a:srgbClr val="7EE0B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651760" y="71506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Pill"/>
          <p:cNvSpPr/>
          <p:nvPr/>
        </p:nvSpPr>
        <p:spPr>
          <a:xfrm>
            <a:off x="3246120" y="715060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246120" y="71506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9" name="Pill"/>
          <p:cNvSpPr/>
          <p:nvPr/>
        </p:nvSpPr>
        <p:spPr>
          <a:xfrm>
            <a:off x="3840480" y="715060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4A29B"/>
          </a:solidFill>
          <a:ln w="12700">
            <a:solidFill>
              <a:srgbClr val="F4A29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840480" y="71506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731520" y="7818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where I'm from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 do</a:t>
            </a:r>
            <a:endParaRPr lang="en-US" sz="1300" dirty="0"/>
          </a:p>
        </p:txBody>
      </p:sp>
      <p:sp>
        <p:nvSpPr>
          <p:cNvPr id="42" name="Pill"/>
          <p:cNvSpPr/>
          <p:nvPr/>
        </p:nvSpPr>
        <p:spPr>
          <a:xfrm>
            <a:off x="2651760" y="792784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7EE0B8"/>
          </a:solidFill>
          <a:ln w="12700">
            <a:solidFill>
              <a:srgbClr val="7EE0B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651760" y="79278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Pill"/>
          <p:cNvSpPr/>
          <p:nvPr/>
        </p:nvSpPr>
        <p:spPr>
          <a:xfrm>
            <a:off x="3246120" y="792784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46120" y="79278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46" name="Pill"/>
          <p:cNvSpPr/>
          <p:nvPr/>
        </p:nvSpPr>
        <p:spPr>
          <a:xfrm>
            <a:off x="3840480" y="792784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4A29B"/>
          </a:solidFill>
          <a:ln w="12700">
            <a:solidFill>
              <a:srgbClr val="F4A29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840480" y="79278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731520" y="8595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my name</a:t>
            </a:r>
            <a:endParaRPr lang="en-US" sz="1300" dirty="0"/>
          </a:p>
        </p:txBody>
      </p:sp>
      <p:sp>
        <p:nvSpPr>
          <p:cNvPr id="49" name="Pill"/>
          <p:cNvSpPr/>
          <p:nvPr/>
        </p:nvSpPr>
        <p:spPr>
          <a:xfrm>
            <a:off x="2651760" y="870508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7EE0B8"/>
          </a:solidFill>
          <a:ln w="12700">
            <a:solidFill>
              <a:srgbClr val="7EE0B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651760" y="87050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Pill"/>
          <p:cNvSpPr/>
          <p:nvPr/>
        </p:nvSpPr>
        <p:spPr>
          <a:xfrm>
            <a:off x="3246120" y="870508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246120" y="87050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53" name="Pill"/>
          <p:cNvSpPr/>
          <p:nvPr/>
        </p:nvSpPr>
        <p:spPr>
          <a:xfrm>
            <a:off x="3840480" y="8705088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4A29B"/>
          </a:solidFill>
          <a:ln w="12700">
            <a:solidFill>
              <a:srgbClr val="F4A29B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840480" y="87050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5" name="Box"/>
          <p:cNvSpPr/>
          <p:nvPr/>
        </p:nvSpPr>
        <p:spPr>
          <a:xfrm>
            <a:off x="4663440" y="6126480"/>
            <a:ext cx="2350008" cy="1828800"/>
          </a:xfrm>
          <a:prstGeom prst="roundRect">
            <a:avLst>
              <a:gd name="adj" fmla="val 5000"/>
            </a:avLst>
          </a:prstGeom>
          <a:solidFill>
            <a:srgbClr val="E6F3FF"/>
          </a:solidFill>
          <a:ln w="12700">
            <a:solidFill>
              <a:srgbClr val="B7D9F5"/>
            </a:solidFill>
            <a:prstDash val="solid"/>
          </a:ln>
        </p:spPr>
      </p:sp>
      <p:sp>
        <p:nvSpPr>
          <p:cNvPr id="56" name="Pill"/>
          <p:cNvSpPr/>
          <p:nvPr/>
        </p:nvSpPr>
        <p:spPr>
          <a:xfrm>
            <a:off x="4800600" y="599846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800600" y="5998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 LEARNED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800600" y="6355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3 favourite words:</a:t>
            </a:r>
            <a:endParaRPr lang="en-US" sz="1150" dirty="0"/>
          </a:p>
        </p:txBody>
      </p:sp>
      <p:sp>
        <p:nvSpPr>
          <p:cNvPr id="59" name="Text 56"/>
          <p:cNvSpPr txBox="1"/>
          <p:nvPr/>
        </p:nvSpPr>
        <p:spPr>
          <a:xfrm>
            <a:off x="4800600" y="6766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5074920" y="6995160"/>
            <a:ext cx="178308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61" name="Text 58"/>
          <p:cNvSpPr txBox="1"/>
          <p:nvPr/>
        </p:nvSpPr>
        <p:spPr>
          <a:xfrm>
            <a:off x="4800600" y="7132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074920" y="7360920"/>
            <a:ext cx="178308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63" name="Text 60"/>
          <p:cNvSpPr txBox="1"/>
          <p:nvPr/>
        </p:nvSpPr>
        <p:spPr>
          <a:xfrm>
            <a:off x="4800600" y="7498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5074920" y="7726680"/>
            <a:ext cx="1783080" cy="0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65" name="Next unit"/>
          <p:cNvSpPr/>
          <p:nvPr/>
        </p:nvSpPr>
        <p:spPr>
          <a:xfrm>
            <a:off x="4663440" y="8138160"/>
            <a:ext cx="2350008" cy="1280160"/>
          </a:xfrm>
          <a:prstGeom prst="roundRect">
            <a:avLst>
              <a:gd name="adj" fmla="val 7143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4846320" y="8275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UNIT 2</a:t>
            </a:r>
            <a:endParaRPr lang="en-US" sz="1100" dirty="0"/>
          </a:p>
        </p:txBody>
      </p:sp>
      <p:sp>
        <p:nvSpPr>
          <p:cNvPr id="67" name="Text 64"/>
          <p:cNvSpPr txBox="1"/>
          <p:nvPr/>
        </p:nvSpPr>
        <p:spPr>
          <a:xfrm>
            <a:off x="4846320" y="8595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Where are you from?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/>
        </p:nvSpPr>
        <p:spPr>
          <a:xfrm>
            <a:off x="548640" y="411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4" name="Section tab"/>
          <p:cNvSpPr/>
          <p:nvPr/>
        </p:nvSpPr>
        <p:spPr>
          <a:xfrm>
            <a:off x="896112" y="4114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411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7406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Answer key</a:t>
            </a:r>
            <a:endParaRPr lang="en-US" sz="2600" dirty="0"/>
          </a:p>
        </p:txBody>
      </p:sp>
      <p:sp>
        <p:nvSpPr>
          <p:cNvPr id="7" name="Box"/>
          <p:cNvSpPr/>
          <p:nvPr/>
        </p:nvSpPr>
        <p:spPr>
          <a:xfrm>
            <a:off x="548640" y="1325880"/>
            <a:ext cx="6464808" cy="402336"/>
          </a:xfrm>
          <a:prstGeom prst="roundRect">
            <a:avLst>
              <a:gd name="adj" fmla="val 2272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3258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 · 2 d · 3 a · 4 c</a:t>
            </a:r>
            <a:endParaRPr lang="en-US" sz="1100" dirty="0"/>
          </a:p>
        </p:txBody>
      </p:sp>
      <p:sp>
        <p:nvSpPr>
          <p:cNvPr id="10" name="Box"/>
          <p:cNvSpPr/>
          <p:nvPr/>
        </p:nvSpPr>
        <p:spPr>
          <a:xfrm>
            <a:off x="548640" y="1783080"/>
            <a:ext cx="6464808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7830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830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 · 2 T · 3 T · 4 F</a:t>
            </a:r>
            <a:endParaRPr lang="en-US" sz="1100" dirty="0"/>
          </a:p>
        </p:txBody>
      </p:sp>
      <p:sp>
        <p:nvSpPr>
          <p:cNvPr id="13" name="Box"/>
          <p:cNvSpPr/>
          <p:nvPr/>
        </p:nvSpPr>
        <p:spPr>
          <a:xfrm>
            <a:off x="548640" y="2240280"/>
            <a:ext cx="6464808" cy="402336"/>
          </a:xfrm>
          <a:prstGeom prst="roundRect">
            <a:avLst>
              <a:gd name="adj" fmla="val 2272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2402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B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2402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· São Paulo (Brazil) · No (he's Canadian)</a:t>
            </a:r>
            <a:endParaRPr lang="en-US" sz="1100" dirty="0"/>
          </a:p>
        </p:txBody>
      </p:sp>
      <p:sp>
        <p:nvSpPr>
          <p:cNvPr id="16" name="Box"/>
          <p:cNvSpPr/>
          <p:nvPr/>
        </p:nvSpPr>
        <p:spPr>
          <a:xfrm>
            <a:off x="548640" y="2697480"/>
            <a:ext cx="6464808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6974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6974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· Yuki · Ana</a:t>
            </a:r>
            <a:endParaRPr lang="en-US" sz="1100" dirty="0"/>
          </a:p>
        </p:txBody>
      </p:sp>
      <p:sp>
        <p:nvSpPr>
          <p:cNvPr id="19" name="Box"/>
          <p:cNvSpPr/>
          <p:nvPr/>
        </p:nvSpPr>
        <p:spPr>
          <a:xfrm>
            <a:off x="548640" y="3154680"/>
            <a:ext cx="6464808" cy="402336"/>
          </a:xfrm>
          <a:prstGeom prst="roundRect">
            <a:avLst>
              <a:gd name="adj" fmla="val 2272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1546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31546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doctor · 2 teacher · 3 engineer · 4 student</a:t>
            </a:r>
            <a:endParaRPr lang="en-US" sz="1100" dirty="0"/>
          </a:p>
        </p:txBody>
      </p:sp>
      <p:sp>
        <p:nvSpPr>
          <p:cNvPr id="22" name="Box"/>
          <p:cNvSpPr/>
          <p:nvPr/>
        </p:nvSpPr>
        <p:spPr>
          <a:xfrm>
            <a:off x="548640" y="3611880"/>
            <a:ext cx="6464808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6118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Gaps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36118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am · 2 are · 3 Are · 4 am · 5 'm not · 6 aren't</a:t>
            </a:r>
            <a:endParaRPr lang="en-US" sz="1100" dirty="0"/>
          </a:p>
        </p:txBody>
      </p:sp>
      <p:sp>
        <p:nvSpPr>
          <p:cNvPr id="25" name="Box"/>
          <p:cNvSpPr/>
          <p:nvPr/>
        </p:nvSpPr>
        <p:spPr>
          <a:xfrm>
            <a:off x="548640" y="4069080"/>
            <a:ext cx="6464808" cy="402336"/>
          </a:xfrm>
          <a:prstGeom prst="roundRect">
            <a:avLst>
              <a:gd name="adj" fmla="val 2272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0690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Order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011680" y="40690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name is Ana. / Are you Brazilian? / I'm from Canada. / Nice to meet you.</a:t>
            </a:r>
            <a:endParaRPr lang="en-US" sz="1100" dirty="0"/>
          </a:p>
        </p:txBody>
      </p:sp>
      <p:sp>
        <p:nvSpPr>
          <p:cNvPr id="28" name="Box"/>
          <p:cNvSpPr/>
          <p:nvPr/>
        </p:nvSpPr>
        <p:spPr>
          <a:xfrm>
            <a:off x="548640" y="4526280"/>
            <a:ext cx="6464808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5262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Rewrite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011680" y="45262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 student? / I'm not a doctor. / Are you from Japan? / You aren't (You're not) Tom.</a:t>
            </a:r>
            <a:endParaRPr lang="en-US" sz="1100" dirty="0"/>
          </a:p>
        </p:txBody>
      </p:sp>
      <p:sp>
        <p:nvSpPr>
          <p:cNvPr id="31" name="Box"/>
          <p:cNvSpPr/>
          <p:nvPr/>
        </p:nvSpPr>
        <p:spPr>
          <a:xfrm>
            <a:off x="548640" y="4983480"/>
            <a:ext cx="6464808" cy="402336"/>
          </a:xfrm>
          <a:prstGeom prst="roundRect">
            <a:avLst>
              <a:gd name="adj" fmla="val 22727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9834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Listening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011680" y="49834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Carlos, Brazil · 2 Emma, England · 3 Yuki, Japan</a:t>
            </a:r>
            <a:endParaRPr lang="en-US" sz="1100" dirty="0"/>
          </a:p>
        </p:txBody>
      </p:sp>
      <p:sp>
        <p:nvSpPr>
          <p:cNvPr id="34" name="Box"/>
          <p:cNvSpPr/>
          <p:nvPr/>
        </p:nvSpPr>
        <p:spPr>
          <a:xfrm>
            <a:off x="548640" y="5440680"/>
            <a:ext cx="6464808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54406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Circle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011680" y="544068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 · 2 b · 3 a · 4 c · 5 b</a:t>
            </a:r>
            <a:endParaRPr lang="en-US" sz="1100" dirty="0"/>
          </a:p>
        </p:txBody>
      </p:sp>
      <p:sp>
        <p:nvSpPr>
          <p:cNvPr id="37" name="Section number"/>
          <p:cNvSpPr/>
          <p:nvPr/>
        </p:nvSpPr>
        <p:spPr>
          <a:xfrm>
            <a:off x="548640" y="612648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001737"/>
          </a:solidFill>
          <a:ln w="12700">
            <a:solidFill>
              <a:srgbClr val="00173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61264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39" name="Section tab"/>
          <p:cNvSpPr/>
          <p:nvPr/>
        </p:nvSpPr>
        <p:spPr>
          <a:xfrm>
            <a:off x="896112" y="61264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96112" y="6126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1" name="Title"/>
          <p:cNvSpPr txBox="1"/>
          <p:nvPr/>
        </p:nvSpPr>
        <p:spPr>
          <a:xfrm>
            <a:off x="548640" y="6455664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3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Audio script</a:t>
            </a:r>
            <a:endParaRPr lang="en-US" sz="2600" dirty="0"/>
          </a:p>
        </p:txBody>
      </p:sp>
      <p:sp>
        <p:nvSpPr>
          <p:cNvPr id="42" name="Box"/>
          <p:cNvSpPr/>
          <p:nvPr/>
        </p:nvSpPr>
        <p:spPr>
          <a:xfrm>
            <a:off x="548640" y="7040880"/>
            <a:ext cx="646480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43" name="Pill"/>
          <p:cNvSpPr/>
          <p:nvPr/>
        </p:nvSpPr>
        <p:spPr>
          <a:xfrm>
            <a:off x="685800" y="691286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CD04"/>
          </a:solidFill>
          <a:ln w="12700">
            <a:solidFill>
              <a:srgbClr val="FFCD0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69128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LISTENING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73152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Good evening! I'm Carlos. I'm from Brazil. C-A-R-L-O-S.
</a:t>
            </a:r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Hi! I'm Emma, E-M-M-A. I'm from England.
</a:t>
            </a:r>
            <a:pPr indent="0" marL="0">
              <a:buNone/>
            </a:pPr>
            <a:r>
              <a:rPr lang="en-US" sz="1250" b="1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250" dirty="0">
                <a:solidFill>
                  <a:srgbClr val="001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Hello! My name's Yuki, Y-U-K-I. I'm from Japan. See you later!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923544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Áudios 1.1 a 1.6: o diálogo, os perfis, o vocabulário e o alfabeto desta unidade. Grave a sua voz lendo cada bloco duas vezes: devagar e em velocidade natural.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56248" y="1024128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The English Skyrocket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Raul Pivoto</dc:creator>
  <cp:lastModifiedBy>Raul Pivoto</cp:lastModifiedBy>
  <cp:revision>1</cp:revision>
  <dcterms:created xsi:type="dcterms:W3CDTF">2026-10-09T12:22:40Z</dcterms:created>
  <dcterms:modified xsi:type="dcterms:W3CDTF">2026-10-09T12:22:40Z</dcterms:modified>
</cp:coreProperties>
</file>